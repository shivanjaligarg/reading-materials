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79" r:id="rId5"/>
    <p:sldId id="1448942666" r:id="rId6"/>
    <p:sldId id="1448942667" r:id="rId7"/>
    <p:sldId id="1448942668" r:id="rId8"/>
    <p:sldId id="1448942669" r:id="rId9"/>
    <p:sldId id="1448942670" r:id="rId10"/>
    <p:sldId id="275" r:id="rId11"/>
  </p:sldIdLst>
  <p:sldSz cx="9144000" cy="5143500" type="screen16x9"/>
  <p:notesSz cx="6985000" cy="9283700"/>
  <p:defaultTextStyle>
    <a:defPPr>
      <a:defRPr lang="fr-FR"/>
    </a:defPPr>
    <a:lvl1pPr algn="l" defTabSz="815680" rtl="0" eaLnBrk="0" fontAlgn="base" hangingPunct="0">
      <a:spcBef>
        <a:spcPct val="0"/>
      </a:spcBef>
      <a:spcAft>
        <a:spcPct val="0"/>
      </a:spcAft>
      <a:defRPr sz="1600" kern="1200">
        <a:solidFill>
          <a:schemeClr val="tx1"/>
        </a:solidFill>
        <a:latin typeface="Calibri" pitchFamily="34" charset="0"/>
        <a:ea typeface="+mn-ea"/>
        <a:cs typeface="Arial" charset="0"/>
      </a:defRPr>
    </a:lvl1pPr>
    <a:lvl2pPr marL="406911" indent="128205" algn="l" defTabSz="815680" rtl="0" eaLnBrk="0" fontAlgn="base" hangingPunct="0">
      <a:spcBef>
        <a:spcPct val="0"/>
      </a:spcBef>
      <a:spcAft>
        <a:spcPct val="0"/>
      </a:spcAft>
      <a:defRPr sz="1600" kern="1200">
        <a:solidFill>
          <a:schemeClr val="tx1"/>
        </a:solidFill>
        <a:latin typeface="Calibri" pitchFamily="34" charset="0"/>
        <a:ea typeface="+mn-ea"/>
        <a:cs typeface="Arial" charset="0"/>
      </a:defRPr>
    </a:lvl2pPr>
    <a:lvl3pPr marL="815680" indent="254553" algn="l" defTabSz="815680" rtl="0" eaLnBrk="0" fontAlgn="base" hangingPunct="0">
      <a:spcBef>
        <a:spcPct val="0"/>
      </a:spcBef>
      <a:spcAft>
        <a:spcPct val="0"/>
      </a:spcAft>
      <a:defRPr sz="1600" kern="1200">
        <a:solidFill>
          <a:schemeClr val="tx1"/>
        </a:solidFill>
        <a:latin typeface="Calibri" pitchFamily="34" charset="0"/>
        <a:ea typeface="+mn-ea"/>
        <a:cs typeface="Arial" charset="0"/>
      </a:defRPr>
    </a:lvl3pPr>
    <a:lvl4pPr marL="1222590" indent="382756" algn="l" defTabSz="815680" rtl="0" eaLnBrk="0" fontAlgn="base" hangingPunct="0">
      <a:spcBef>
        <a:spcPct val="0"/>
      </a:spcBef>
      <a:spcAft>
        <a:spcPct val="0"/>
      </a:spcAft>
      <a:defRPr sz="1600" kern="1200">
        <a:solidFill>
          <a:schemeClr val="tx1"/>
        </a:solidFill>
        <a:latin typeface="Calibri" pitchFamily="34" charset="0"/>
        <a:ea typeface="+mn-ea"/>
        <a:cs typeface="Arial" charset="0"/>
      </a:defRPr>
    </a:lvl4pPr>
    <a:lvl5pPr marL="1631359" indent="509103" algn="l" defTabSz="815680" rtl="0" eaLnBrk="0" fontAlgn="base" hangingPunct="0">
      <a:spcBef>
        <a:spcPct val="0"/>
      </a:spcBef>
      <a:spcAft>
        <a:spcPct val="0"/>
      </a:spcAft>
      <a:defRPr sz="1600" kern="1200">
        <a:solidFill>
          <a:schemeClr val="tx1"/>
        </a:solidFill>
        <a:latin typeface="Calibri" pitchFamily="34" charset="0"/>
        <a:ea typeface="+mn-ea"/>
        <a:cs typeface="Arial" charset="0"/>
      </a:defRPr>
    </a:lvl5pPr>
    <a:lvl6pPr marL="2675577" algn="l" defTabSz="1070230" rtl="0" eaLnBrk="1" latinLnBrk="0" hangingPunct="1">
      <a:defRPr sz="1600" kern="1200">
        <a:solidFill>
          <a:schemeClr val="tx1"/>
        </a:solidFill>
        <a:latin typeface="Calibri" pitchFamily="34" charset="0"/>
        <a:ea typeface="+mn-ea"/>
        <a:cs typeface="Arial" charset="0"/>
      </a:defRPr>
    </a:lvl6pPr>
    <a:lvl7pPr marL="3210692" algn="l" defTabSz="1070230" rtl="0" eaLnBrk="1" latinLnBrk="0" hangingPunct="1">
      <a:defRPr sz="1600" kern="1200">
        <a:solidFill>
          <a:schemeClr val="tx1"/>
        </a:solidFill>
        <a:latin typeface="Calibri" pitchFamily="34" charset="0"/>
        <a:ea typeface="+mn-ea"/>
        <a:cs typeface="Arial" charset="0"/>
      </a:defRPr>
    </a:lvl7pPr>
    <a:lvl8pPr marL="3745806" algn="l" defTabSz="1070230" rtl="0" eaLnBrk="1" latinLnBrk="0" hangingPunct="1">
      <a:defRPr sz="1600" kern="1200">
        <a:solidFill>
          <a:schemeClr val="tx1"/>
        </a:solidFill>
        <a:latin typeface="Calibri" pitchFamily="34" charset="0"/>
        <a:ea typeface="+mn-ea"/>
        <a:cs typeface="Arial" charset="0"/>
      </a:defRPr>
    </a:lvl8pPr>
    <a:lvl9pPr marL="4280922" algn="l" defTabSz="1070230" rtl="0" eaLnBrk="1" latinLnBrk="0" hangingPunct="1">
      <a:defRPr sz="1600"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59">
          <p15:clr>
            <a:srgbClr val="A4A3A4"/>
          </p15:clr>
        </p15:guide>
        <p15:guide id="2" orient="horz" pos="240">
          <p15:clr>
            <a:srgbClr val="A4A3A4"/>
          </p15:clr>
        </p15:guide>
        <p15:guide id="3" orient="horz" pos="4220">
          <p15:clr>
            <a:srgbClr val="A4A3A4"/>
          </p15:clr>
        </p15:guide>
        <p15:guide id="4" orient="horz" pos="34">
          <p15:clr>
            <a:srgbClr val="A4A3A4"/>
          </p15:clr>
        </p15:guide>
        <p15:guide id="5" orient="horz" pos="3486">
          <p15:clr>
            <a:srgbClr val="A4A3A4"/>
          </p15:clr>
        </p15:guide>
        <p15:guide id="6" orient="horz" pos="1026">
          <p15:clr>
            <a:srgbClr val="A4A3A4"/>
          </p15:clr>
        </p15:guide>
        <p15:guide id="7" orient="horz" pos="3788">
          <p15:clr>
            <a:srgbClr val="A4A3A4"/>
          </p15:clr>
        </p15:guide>
        <p15:guide id="8" pos="2879">
          <p15:clr>
            <a:srgbClr val="A4A3A4"/>
          </p15:clr>
        </p15:guide>
        <p15:guide id="9" pos="5641">
          <p15:clr>
            <a:srgbClr val="A4A3A4"/>
          </p15:clr>
        </p15:guide>
        <p15:guide id="10" pos="172">
          <p15:clr>
            <a:srgbClr val="A4A3A4"/>
          </p15:clr>
        </p15:guide>
        <p15:guide id="11" orient="horz" pos="1619">
          <p15:clr>
            <a:srgbClr val="A4A3A4"/>
          </p15:clr>
        </p15:guide>
        <p15:guide id="12" orient="horz" pos="167">
          <p15:clr>
            <a:srgbClr val="A4A3A4"/>
          </p15:clr>
        </p15:guide>
        <p15:guide id="13" orient="horz" pos="3184">
          <p15:clr>
            <a:srgbClr val="A4A3A4"/>
          </p15:clr>
        </p15:guide>
        <p15:guide id="14" orient="horz" pos="2615">
          <p15:clr>
            <a:srgbClr val="A4A3A4"/>
          </p15:clr>
        </p15:guide>
        <p15:guide id="15" orient="horz" pos="769">
          <p15:clr>
            <a:srgbClr val="A4A3A4"/>
          </p15:clr>
        </p15:guide>
        <p15:guide id="16" orient="horz" pos="2841">
          <p15:clr>
            <a:srgbClr val="A4A3A4"/>
          </p15:clr>
        </p15:guide>
        <p15:guide id="17" orient="horz" pos="2377">
          <p15:clr>
            <a:srgbClr val="A4A3A4"/>
          </p15:clr>
        </p15:guide>
        <p15:guide id="18" pos="5706">
          <p15:clr>
            <a:srgbClr val="A4A3A4"/>
          </p15:clr>
        </p15:guide>
        <p15:guide id="19" pos="160">
          <p15:clr>
            <a:srgbClr val="A4A3A4"/>
          </p15:clr>
        </p15:guide>
        <p15:guide id="20" pos="76">
          <p15:clr>
            <a:srgbClr val="A4A3A4"/>
          </p15:clr>
        </p15:guide>
        <p15:guide id="21" orient="horz" pos="181">
          <p15:clr>
            <a:srgbClr val="A4A3A4"/>
          </p15:clr>
        </p15:guide>
        <p15:guide id="22" pos="150">
          <p15:clr>
            <a:srgbClr val="A4A3A4"/>
          </p15:clr>
        </p15:guide>
      </p15:sldGuideLst>
    </p:ext>
    <p:ext uri="{2D200454-40CA-4A62-9FC3-DE9A4176ACB9}">
      <p15:notesGuideLst xmlns:p15="http://schemas.microsoft.com/office/powerpoint/2012/main">
        <p15:guide id="1" orient="horz" pos="2924">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F32"/>
    <a:srgbClr val="C0C0C0"/>
    <a:srgbClr val="FFD700"/>
    <a:srgbClr val="DAA520"/>
    <a:srgbClr val="DCCF24"/>
    <a:srgbClr val="D19C05"/>
    <a:srgbClr val="DDDDDD"/>
    <a:srgbClr val="FFCC00"/>
    <a:srgbClr val="92D050"/>
    <a:srgbClr val="00AE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56" autoAdjust="0"/>
    <p:restoredTop sz="89443" autoAdjust="0"/>
  </p:normalViewPr>
  <p:slideViewPr>
    <p:cSldViewPr snapToGrid="0">
      <p:cViewPr varScale="1">
        <p:scale>
          <a:sx n="171" d="100"/>
          <a:sy n="171" d="100"/>
        </p:scale>
        <p:origin x="680" y="168"/>
      </p:cViewPr>
      <p:guideLst>
        <p:guide orient="horz" pos="2159"/>
        <p:guide orient="horz" pos="240"/>
        <p:guide orient="horz" pos="4220"/>
        <p:guide orient="horz" pos="34"/>
        <p:guide orient="horz" pos="3486"/>
        <p:guide orient="horz" pos="1026"/>
        <p:guide orient="horz" pos="3788"/>
        <p:guide pos="2879"/>
        <p:guide pos="5641"/>
        <p:guide pos="172"/>
        <p:guide orient="horz" pos="1619"/>
        <p:guide orient="horz" pos="167"/>
        <p:guide orient="horz" pos="3184"/>
        <p:guide orient="horz" pos="2615"/>
        <p:guide orient="horz" pos="769"/>
        <p:guide orient="horz" pos="2841"/>
        <p:guide orient="horz" pos="2377"/>
        <p:guide pos="5706"/>
        <p:guide pos="160"/>
        <p:guide pos="76"/>
        <p:guide orient="horz" pos="181"/>
        <p:guide pos="15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76" d="100"/>
          <a:sy n="76" d="100"/>
        </p:scale>
        <p:origin x="-3888" y="-108"/>
      </p:cViewPr>
      <p:guideLst>
        <p:guide orient="horz" pos="2924"/>
        <p:guide pos="220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lf" userId="f10cf15f-79df-47fb-9d56-20d661dbdfe8" providerId="ADAL" clId="{7A148509-D9EE-4FB5-9829-23D251ABCBC7}"/>
    <pc:docChg chg="undo custSel addSld delSld modSld">
      <pc:chgData name="Ralf" userId="f10cf15f-79df-47fb-9d56-20d661dbdfe8" providerId="ADAL" clId="{7A148509-D9EE-4FB5-9829-23D251ABCBC7}" dt="2020-07-06T14:28:58.090" v="69" actId="113"/>
      <pc:docMkLst>
        <pc:docMk/>
      </pc:docMkLst>
      <pc:sldChg chg="del">
        <pc:chgData name="Ralf" userId="f10cf15f-79df-47fb-9d56-20d661dbdfe8" providerId="ADAL" clId="{7A148509-D9EE-4FB5-9829-23D251ABCBC7}" dt="2020-07-06T14:27:53.346" v="10" actId="2696"/>
        <pc:sldMkLst>
          <pc:docMk/>
          <pc:sldMk cId="0" sldId="273"/>
        </pc:sldMkLst>
      </pc:sldChg>
      <pc:sldChg chg="del">
        <pc:chgData name="Ralf" userId="f10cf15f-79df-47fb-9d56-20d661dbdfe8" providerId="ADAL" clId="{7A148509-D9EE-4FB5-9829-23D251ABCBC7}" dt="2020-07-06T14:27:54.317" v="11" actId="2696"/>
        <pc:sldMkLst>
          <pc:docMk/>
          <pc:sldMk cId="0" sldId="274"/>
        </pc:sldMkLst>
      </pc:sldChg>
      <pc:sldChg chg="modSp">
        <pc:chgData name="Ralf" userId="f10cf15f-79df-47fb-9d56-20d661dbdfe8" providerId="ADAL" clId="{7A148509-D9EE-4FB5-9829-23D251ABCBC7}" dt="2020-07-06T14:28:58.090" v="69" actId="113"/>
        <pc:sldMkLst>
          <pc:docMk/>
          <pc:sldMk cId="0" sldId="279"/>
        </pc:sldMkLst>
        <pc:spChg chg="mod">
          <ac:chgData name="Ralf" userId="f10cf15f-79df-47fb-9d56-20d661dbdfe8" providerId="ADAL" clId="{7A148509-D9EE-4FB5-9829-23D251ABCBC7}" dt="2020-07-06T14:28:58.090" v="69" actId="113"/>
          <ac:spMkLst>
            <pc:docMk/>
            <pc:sldMk cId="0" sldId="279"/>
            <ac:spMk id="4" creationId="{00000000-0000-0000-0000-000000000000}"/>
          </ac:spMkLst>
        </pc:spChg>
      </pc:sldChg>
      <pc:sldChg chg="add del">
        <pc:chgData name="Ralf" userId="f10cf15f-79df-47fb-9d56-20d661dbdfe8" providerId="ADAL" clId="{7A148509-D9EE-4FB5-9829-23D251ABCBC7}" dt="2020-07-06T14:28:11.296" v="12" actId="2696"/>
        <pc:sldMkLst>
          <pc:docMk/>
          <pc:sldMk cId="4096270961" sldId="282"/>
        </pc:sldMkLst>
      </pc:sldChg>
      <pc:sldChg chg="add del">
        <pc:chgData name="Ralf" userId="f10cf15f-79df-47fb-9d56-20d661dbdfe8" providerId="ADAL" clId="{7A148509-D9EE-4FB5-9829-23D251ABCBC7}" dt="2020-07-06T14:28:12.298" v="13" actId="2696"/>
        <pc:sldMkLst>
          <pc:docMk/>
          <pc:sldMk cId="3069628173" sldId="290"/>
        </pc:sldMkLst>
      </pc:sldChg>
      <pc:sldChg chg="del">
        <pc:chgData name="Ralf" userId="f10cf15f-79df-47fb-9d56-20d661dbdfe8" providerId="ADAL" clId="{7A148509-D9EE-4FB5-9829-23D251ABCBC7}" dt="2020-07-06T14:28:16.141" v="15" actId="2696"/>
        <pc:sldMkLst>
          <pc:docMk/>
          <pc:sldMk cId="2462135575" sldId="292"/>
        </pc:sldMkLst>
      </pc:sldChg>
      <pc:sldChg chg="del">
        <pc:chgData name="Ralf" userId="f10cf15f-79df-47fb-9d56-20d661dbdfe8" providerId="ADAL" clId="{7A148509-D9EE-4FB5-9829-23D251ABCBC7}" dt="2020-07-06T14:28:14.337" v="14" actId="2696"/>
        <pc:sldMkLst>
          <pc:docMk/>
          <pc:sldMk cId="639512575" sldId="294"/>
        </pc:sldMkLst>
      </pc:sldChg>
      <pc:sldChg chg="del">
        <pc:chgData name="Ralf" userId="f10cf15f-79df-47fb-9d56-20d661dbdfe8" providerId="ADAL" clId="{7A148509-D9EE-4FB5-9829-23D251ABCBC7}" dt="2020-07-06T14:26:45.417" v="0" actId="2696"/>
        <pc:sldMkLst>
          <pc:docMk/>
          <pc:sldMk cId="2857343584" sldId="302"/>
        </pc:sldMkLst>
      </pc:sldChg>
      <pc:sldChg chg="del">
        <pc:chgData name="Ralf" userId="f10cf15f-79df-47fb-9d56-20d661dbdfe8" providerId="ADAL" clId="{7A148509-D9EE-4FB5-9829-23D251ABCBC7}" dt="2020-07-06T14:26:47.301" v="1" actId="2696"/>
        <pc:sldMkLst>
          <pc:docMk/>
          <pc:sldMk cId="1726673654" sldId="303"/>
        </pc:sldMkLst>
      </pc:sldChg>
      <pc:sldChg chg="del">
        <pc:chgData name="Ralf" userId="f10cf15f-79df-47fb-9d56-20d661dbdfe8" providerId="ADAL" clId="{7A148509-D9EE-4FB5-9829-23D251ABCBC7}" dt="2020-07-06T14:28:18.419" v="17" actId="2696"/>
        <pc:sldMkLst>
          <pc:docMk/>
          <pc:sldMk cId="1426014937" sldId="315"/>
        </pc:sldMkLst>
      </pc:sldChg>
      <pc:sldChg chg="del">
        <pc:chgData name="Ralf" userId="f10cf15f-79df-47fb-9d56-20d661dbdfe8" providerId="ADAL" clId="{7A148509-D9EE-4FB5-9829-23D251ABCBC7}" dt="2020-07-06T14:28:17.049" v="16" actId="2696"/>
        <pc:sldMkLst>
          <pc:docMk/>
          <pc:sldMk cId="4051981906" sldId="320"/>
        </pc:sldMkLst>
      </pc:sldChg>
      <pc:sldChg chg="del">
        <pc:chgData name="Ralf" userId="f10cf15f-79df-47fb-9d56-20d661dbdfe8" providerId="ADAL" clId="{7A148509-D9EE-4FB5-9829-23D251ABCBC7}" dt="2020-07-06T14:27:08.547" v="2" actId="2696"/>
        <pc:sldMkLst>
          <pc:docMk/>
          <pc:sldMk cId="903641925" sldId="323"/>
        </pc:sldMkLst>
      </pc:sldChg>
      <pc:sldChg chg="del">
        <pc:chgData name="Ralf" userId="f10cf15f-79df-47fb-9d56-20d661dbdfe8" providerId="ADAL" clId="{7A148509-D9EE-4FB5-9829-23D251ABCBC7}" dt="2020-07-06T14:27:08.561" v="3" actId="2696"/>
        <pc:sldMkLst>
          <pc:docMk/>
          <pc:sldMk cId="4172573193" sldId="1448942607"/>
        </pc:sldMkLst>
      </pc:sldChg>
      <pc:sldChg chg="modSp add">
        <pc:chgData name="Ralf" userId="f10cf15f-79df-47fb-9d56-20d661dbdfe8" providerId="ADAL" clId="{7A148509-D9EE-4FB5-9829-23D251ABCBC7}" dt="2020-07-06T14:27:28.884" v="5" actId="27636"/>
        <pc:sldMkLst>
          <pc:docMk/>
          <pc:sldMk cId="4035706539" sldId="1448942664"/>
        </pc:sldMkLst>
        <pc:spChg chg="mod">
          <ac:chgData name="Ralf" userId="f10cf15f-79df-47fb-9d56-20d661dbdfe8" providerId="ADAL" clId="{7A148509-D9EE-4FB5-9829-23D251ABCBC7}" dt="2020-07-06T14:27:28.884" v="5" actId="27636"/>
          <ac:spMkLst>
            <pc:docMk/>
            <pc:sldMk cId="4035706539" sldId="1448942664"/>
            <ac:spMk id="10" creationId="{F860D91F-C419-644F-B994-9DC4AB8083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3025745" cy="463891"/>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endParaRPr lang="fr-FR"/>
          </a:p>
        </p:txBody>
      </p:sp>
      <p:sp>
        <p:nvSpPr>
          <p:cNvPr id="3" name="Espace réservé de la date 2"/>
          <p:cNvSpPr>
            <a:spLocks noGrp="1"/>
          </p:cNvSpPr>
          <p:nvPr>
            <p:ph type="dt" sz="quarter" idx="1"/>
          </p:nvPr>
        </p:nvSpPr>
        <p:spPr>
          <a:xfrm>
            <a:off x="3955991" y="0"/>
            <a:ext cx="3027378" cy="463891"/>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r>
              <a:rPr lang="fr-FR"/>
              <a:t>CONFIDENTIALITY LEVEL</a:t>
            </a:r>
          </a:p>
        </p:txBody>
      </p:sp>
      <p:sp>
        <p:nvSpPr>
          <p:cNvPr id="4" name="Espace réservé du pied de page 3"/>
          <p:cNvSpPr>
            <a:spLocks noGrp="1"/>
          </p:cNvSpPr>
          <p:nvPr>
            <p:ph type="ftr" sz="quarter" idx="2"/>
          </p:nvPr>
        </p:nvSpPr>
        <p:spPr>
          <a:xfrm>
            <a:off x="1" y="8816865"/>
            <a:ext cx="3025745" cy="465363"/>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r>
              <a:rPr lang="fr-FR"/>
              <a:t>Title of the presentation</a:t>
            </a:r>
          </a:p>
        </p:txBody>
      </p:sp>
      <p:sp>
        <p:nvSpPr>
          <p:cNvPr id="5" name="Espace réservé du numéro de diapositive 4"/>
          <p:cNvSpPr>
            <a:spLocks noGrp="1"/>
          </p:cNvSpPr>
          <p:nvPr>
            <p:ph type="sldNum" sz="quarter" idx="3"/>
          </p:nvPr>
        </p:nvSpPr>
        <p:spPr>
          <a:xfrm>
            <a:off x="3955991" y="8816865"/>
            <a:ext cx="3027378" cy="465363"/>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45A4975-6CFE-4840-9B29-7E8FF68A7FDB}" type="slidenum">
              <a:rPr lang="fr-FR"/>
              <a:pPr/>
              <a:t>‹#›</a:t>
            </a:fld>
            <a:endParaRPr lang="fr-FR"/>
          </a:p>
        </p:txBody>
      </p:sp>
    </p:spTree>
    <p:extLst>
      <p:ext uri="{BB962C8B-B14F-4D97-AF65-F5344CB8AC3E}">
        <p14:creationId xmlns:p14="http://schemas.microsoft.com/office/powerpoint/2010/main" val="220804022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3025745" cy="463891"/>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endParaRPr lang="fr-FR" dirty="0"/>
          </a:p>
        </p:txBody>
      </p:sp>
      <p:sp>
        <p:nvSpPr>
          <p:cNvPr id="3" name="Espace réservé de la date 2"/>
          <p:cNvSpPr>
            <a:spLocks noGrp="1"/>
          </p:cNvSpPr>
          <p:nvPr>
            <p:ph type="dt" idx="1"/>
          </p:nvPr>
        </p:nvSpPr>
        <p:spPr>
          <a:xfrm>
            <a:off x="3955991" y="0"/>
            <a:ext cx="3027378" cy="463891"/>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r>
              <a:rPr lang="fr-FR" dirty="0"/>
              <a:t>CONFIDENTIALITY LEVEL</a:t>
            </a:r>
          </a:p>
        </p:txBody>
      </p:sp>
      <p:sp>
        <p:nvSpPr>
          <p:cNvPr id="4" name="Espace réservé de l'image des diapositives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1440" tIns="45720" rIns="91440" bIns="45720" rtlCol="0" anchor="ctr"/>
          <a:lstStyle/>
          <a:p>
            <a:pPr lvl="0"/>
            <a:endParaRPr lang="fr-FR" noProof="0" dirty="0"/>
          </a:p>
        </p:txBody>
      </p:sp>
      <p:sp>
        <p:nvSpPr>
          <p:cNvPr id="5" name="Espace réservé des commentaires 4"/>
          <p:cNvSpPr>
            <a:spLocks noGrp="1"/>
          </p:cNvSpPr>
          <p:nvPr>
            <p:ph type="body" sz="quarter" idx="3"/>
          </p:nvPr>
        </p:nvSpPr>
        <p:spPr>
          <a:xfrm>
            <a:off x="698500" y="4409168"/>
            <a:ext cx="5588000" cy="4177960"/>
          </a:xfrm>
          <a:prstGeom prst="rect">
            <a:avLst/>
          </a:prstGeom>
        </p:spPr>
        <p:txBody>
          <a:bodyPr vert="horz" lIns="91440" tIns="45720" rIns="91440" bIns="45720" rtlCol="0"/>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p:cNvSpPr>
            <a:spLocks noGrp="1"/>
          </p:cNvSpPr>
          <p:nvPr>
            <p:ph type="ftr" sz="quarter" idx="4"/>
          </p:nvPr>
        </p:nvSpPr>
        <p:spPr>
          <a:xfrm>
            <a:off x="1" y="8816865"/>
            <a:ext cx="3025745" cy="465363"/>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r>
              <a:rPr lang="fr-FR" dirty="0" err="1"/>
              <a:t>Title</a:t>
            </a:r>
            <a:r>
              <a:rPr lang="fr-FR" dirty="0"/>
              <a:t> of the </a:t>
            </a:r>
            <a:r>
              <a:rPr lang="fr-FR" dirty="0" err="1"/>
              <a:t>presentation</a:t>
            </a:r>
            <a:endParaRPr lang="fr-FR" dirty="0"/>
          </a:p>
        </p:txBody>
      </p:sp>
      <p:sp>
        <p:nvSpPr>
          <p:cNvPr id="7" name="Espace réservé du numéro de diapositive 6"/>
          <p:cNvSpPr>
            <a:spLocks noGrp="1"/>
          </p:cNvSpPr>
          <p:nvPr>
            <p:ph type="sldNum" sz="quarter" idx="5"/>
          </p:nvPr>
        </p:nvSpPr>
        <p:spPr>
          <a:xfrm>
            <a:off x="3955991" y="8816865"/>
            <a:ext cx="3027378" cy="465363"/>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930332B2-55D9-421F-A138-9E18F33D61D4}" type="slidenum">
              <a:rPr lang="fr-FR"/>
              <a:pPr/>
              <a:t>‹#›</a:t>
            </a:fld>
            <a:endParaRPr lang="fr-FR"/>
          </a:p>
        </p:txBody>
      </p:sp>
    </p:spTree>
    <p:extLst>
      <p:ext uri="{BB962C8B-B14F-4D97-AF65-F5344CB8AC3E}">
        <p14:creationId xmlns:p14="http://schemas.microsoft.com/office/powerpoint/2010/main" val="3217892981"/>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400" kern="1200">
        <a:solidFill>
          <a:schemeClr val="tx1"/>
        </a:solidFill>
        <a:latin typeface="+mn-lt"/>
        <a:ea typeface="+mn-ea"/>
        <a:cs typeface="+mn-cs"/>
      </a:defRPr>
    </a:lvl1pPr>
    <a:lvl2pPr marL="535115" algn="l" rtl="0" eaLnBrk="0" fontAlgn="base" hangingPunct="0">
      <a:spcBef>
        <a:spcPct val="30000"/>
      </a:spcBef>
      <a:spcAft>
        <a:spcPct val="0"/>
      </a:spcAft>
      <a:defRPr sz="1400" kern="1200">
        <a:solidFill>
          <a:schemeClr val="tx1"/>
        </a:solidFill>
        <a:latin typeface="+mn-lt"/>
        <a:ea typeface="+mn-ea"/>
        <a:cs typeface="+mn-cs"/>
      </a:defRPr>
    </a:lvl2pPr>
    <a:lvl3pPr marL="1070230" algn="l" rtl="0" eaLnBrk="0" fontAlgn="base" hangingPunct="0">
      <a:spcBef>
        <a:spcPct val="30000"/>
      </a:spcBef>
      <a:spcAft>
        <a:spcPct val="0"/>
      </a:spcAft>
      <a:defRPr sz="1400" kern="1200">
        <a:solidFill>
          <a:schemeClr val="tx1"/>
        </a:solidFill>
        <a:latin typeface="+mn-lt"/>
        <a:ea typeface="+mn-ea"/>
        <a:cs typeface="+mn-cs"/>
      </a:defRPr>
    </a:lvl3pPr>
    <a:lvl4pPr marL="1605346" algn="l" rtl="0" eaLnBrk="0" fontAlgn="base" hangingPunct="0">
      <a:spcBef>
        <a:spcPct val="30000"/>
      </a:spcBef>
      <a:spcAft>
        <a:spcPct val="0"/>
      </a:spcAft>
      <a:defRPr sz="1400" kern="1200">
        <a:solidFill>
          <a:schemeClr val="tx1"/>
        </a:solidFill>
        <a:latin typeface="+mn-lt"/>
        <a:ea typeface="+mn-ea"/>
        <a:cs typeface="+mn-cs"/>
      </a:defRPr>
    </a:lvl4pPr>
    <a:lvl5pPr marL="2140462" algn="l" rtl="0" eaLnBrk="0" fontAlgn="base" hangingPunct="0">
      <a:spcBef>
        <a:spcPct val="30000"/>
      </a:spcBef>
      <a:spcAft>
        <a:spcPct val="0"/>
      </a:spcAft>
      <a:defRPr sz="1400" kern="1200">
        <a:solidFill>
          <a:schemeClr val="tx1"/>
        </a:solidFill>
        <a:latin typeface="+mn-lt"/>
        <a:ea typeface="+mn-ea"/>
        <a:cs typeface="+mn-cs"/>
      </a:defRPr>
    </a:lvl5pPr>
    <a:lvl6pPr marL="2675577" algn="l" defTabSz="1070230" rtl="0" eaLnBrk="1" latinLnBrk="0" hangingPunct="1">
      <a:defRPr sz="1400" kern="1200">
        <a:solidFill>
          <a:schemeClr val="tx1"/>
        </a:solidFill>
        <a:latin typeface="+mn-lt"/>
        <a:ea typeface="+mn-ea"/>
        <a:cs typeface="+mn-cs"/>
      </a:defRPr>
    </a:lvl6pPr>
    <a:lvl7pPr marL="3210692" algn="l" defTabSz="1070230" rtl="0" eaLnBrk="1" latinLnBrk="0" hangingPunct="1">
      <a:defRPr sz="1400" kern="1200">
        <a:solidFill>
          <a:schemeClr val="tx1"/>
        </a:solidFill>
        <a:latin typeface="+mn-lt"/>
        <a:ea typeface="+mn-ea"/>
        <a:cs typeface="+mn-cs"/>
      </a:defRPr>
    </a:lvl7pPr>
    <a:lvl8pPr marL="3745806" algn="l" defTabSz="1070230" rtl="0" eaLnBrk="1" latinLnBrk="0" hangingPunct="1">
      <a:defRPr sz="1400" kern="1200">
        <a:solidFill>
          <a:schemeClr val="tx1"/>
        </a:solidFill>
        <a:latin typeface="+mn-lt"/>
        <a:ea typeface="+mn-ea"/>
        <a:cs typeface="+mn-cs"/>
      </a:defRPr>
    </a:lvl8pPr>
    <a:lvl9pPr marL="4280922" algn="l" defTabSz="1070230"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98463" y="696913"/>
            <a:ext cx="6188075" cy="3481387"/>
          </a:xfrm>
        </p:spPr>
      </p:sp>
      <p:sp>
        <p:nvSpPr>
          <p:cNvPr id="3" name="Espace réservé des commentaires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noProof="0" dirty="0">
                <a:solidFill>
                  <a:srgbClr val="FF0000"/>
                </a:solidFill>
              </a:rPr>
              <a:t>WARNING</a:t>
            </a:r>
            <a:r>
              <a:rPr lang="en-US" noProof="0" dirty="0"/>
              <a:t>:</a:t>
            </a:r>
            <a:r>
              <a:rPr lang="en-US" baseline="0" noProof="0" dirty="0"/>
              <a:t> if you try to copy/paste </a:t>
            </a:r>
            <a:r>
              <a:rPr lang="en-US" b="1" baseline="0" noProof="0" dirty="0"/>
              <a:t>slides</a:t>
            </a:r>
            <a:r>
              <a:rPr lang="en-US" baseline="0" noProof="0" dirty="0"/>
              <a:t> from a PPT presentation that doesn’t have this layout, you will probably face some technical issues. </a:t>
            </a:r>
            <a:br>
              <a:rPr lang="en-US" baseline="0" noProof="0" dirty="0"/>
            </a:br>
            <a:r>
              <a:rPr lang="en-US" baseline="0" noProof="0" dirty="0"/>
              <a:t>To avoid such thing, you can click on ‘new slide’ in the top menu of this presentation and copy/paste the </a:t>
            </a:r>
            <a:r>
              <a:rPr lang="en-US" b="1" baseline="0" noProof="0" dirty="0"/>
              <a:t>elements</a:t>
            </a:r>
            <a:r>
              <a:rPr lang="en-US" baseline="0" noProof="0" dirty="0"/>
              <a:t> from your former slide onto the new one (but not the slide itself). </a:t>
            </a:r>
            <a:endParaRPr lang="en-US" noProof="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noProof="0" dirty="0"/>
          </a:p>
        </p:txBody>
      </p:sp>
      <p:sp>
        <p:nvSpPr>
          <p:cNvPr id="4" name="Espace réservé de la date 3"/>
          <p:cNvSpPr>
            <a:spLocks noGrp="1"/>
          </p:cNvSpPr>
          <p:nvPr>
            <p:ph type="dt" idx="10"/>
          </p:nvPr>
        </p:nvSpPr>
        <p:spPr/>
        <p:txBody>
          <a:bodyPr/>
          <a:lstStyle/>
          <a:p>
            <a:r>
              <a:rPr lang="fr-FR" dirty="0"/>
              <a:t>CONFIDENTIALITY LEVEL</a:t>
            </a:r>
          </a:p>
        </p:txBody>
      </p:sp>
      <p:sp>
        <p:nvSpPr>
          <p:cNvPr id="5" name="Espace réservé du pied de page 4"/>
          <p:cNvSpPr>
            <a:spLocks noGrp="1"/>
          </p:cNvSpPr>
          <p:nvPr>
            <p:ph type="ftr" sz="quarter" idx="11"/>
          </p:nvPr>
        </p:nvSpPr>
        <p:spPr/>
        <p:txBody>
          <a:bodyPr/>
          <a:lstStyle/>
          <a:p>
            <a:r>
              <a:rPr lang="fr-FR" dirty="0" err="1"/>
              <a:t>Title</a:t>
            </a:r>
            <a:r>
              <a:rPr lang="fr-FR"/>
              <a:t> of the presentation</a:t>
            </a:r>
          </a:p>
        </p:txBody>
      </p:sp>
      <p:sp>
        <p:nvSpPr>
          <p:cNvPr id="6" name="Espace réservé du numéro de diapositive 5"/>
          <p:cNvSpPr>
            <a:spLocks noGrp="1"/>
          </p:cNvSpPr>
          <p:nvPr>
            <p:ph type="sldNum" sz="quarter" idx="12"/>
          </p:nvPr>
        </p:nvSpPr>
        <p:spPr/>
        <p:txBody>
          <a:bodyPr/>
          <a:lstStyle/>
          <a:p>
            <a:fld id="{930332B2-55D9-421F-A138-9E18F33D61D4}" type="slidenum">
              <a:rPr lang="fr-FR" smtClean="0"/>
              <a:pP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98463" y="696913"/>
            <a:ext cx="6188075" cy="3481387"/>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e la date 3"/>
          <p:cNvSpPr>
            <a:spLocks noGrp="1"/>
          </p:cNvSpPr>
          <p:nvPr>
            <p:ph type="dt" idx="10"/>
          </p:nvPr>
        </p:nvSpPr>
        <p:spPr/>
        <p:txBody>
          <a:bodyPr/>
          <a:lstStyle/>
          <a:p>
            <a:r>
              <a:rPr lang="fr-FR"/>
              <a:t>CONFIDENTIALITY LEVEL</a:t>
            </a:r>
          </a:p>
        </p:txBody>
      </p:sp>
      <p:sp>
        <p:nvSpPr>
          <p:cNvPr id="5" name="Espace réservé du pied de page 4"/>
          <p:cNvSpPr>
            <a:spLocks noGrp="1"/>
          </p:cNvSpPr>
          <p:nvPr>
            <p:ph type="ftr" sz="quarter" idx="11"/>
          </p:nvPr>
        </p:nvSpPr>
        <p:spPr/>
        <p:txBody>
          <a:bodyPr/>
          <a:lstStyle/>
          <a:p>
            <a:r>
              <a:rPr lang="fr-FR"/>
              <a:t>Title of the presentation</a:t>
            </a:r>
          </a:p>
        </p:txBody>
      </p:sp>
      <p:sp>
        <p:nvSpPr>
          <p:cNvPr id="6" name="Espace réservé du numéro de diapositive 5"/>
          <p:cNvSpPr>
            <a:spLocks noGrp="1"/>
          </p:cNvSpPr>
          <p:nvPr>
            <p:ph type="sldNum" sz="quarter" idx="12"/>
          </p:nvPr>
        </p:nvSpPr>
        <p:spPr/>
        <p:txBody>
          <a:bodyPr/>
          <a:lstStyle/>
          <a:p>
            <a:fld id="{930332B2-55D9-421F-A138-9E18F33D61D4}" type="slidenum">
              <a:rPr lang="fr-FR" smtClean="0"/>
              <a:pPr/>
              <a:t>7</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9" name="bk object 16"/>
          <p:cNvSpPr>
            <a:spLocks/>
          </p:cNvSpPr>
          <p:nvPr userDrawn="1"/>
        </p:nvSpPr>
        <p:spPr bwMode="auto">
          <a:xfrm>
            <a:off x="0" y="1"/>
            <a:ext cx="9144000" cy="5143500"/>
          </a:xfrm>
          <a:custGeom>
            <a:avLst/>
            <a:gdLst>
              <a:gd name="T0" fmla="*/ 0 w 10692130"/>
              <a:gd name="T1" fmla="*/ 28 h 7560309"/>
              <a:gd name="T2" fmla="*/ 7838 w 10692130"/>
              <a:gd name="T3" fmla="*/ 28 h 7560309"/>
              <a:gd name="T4" fmla="*/ 7838 w 10692130"/>
              <a:gd name="T5" fmla="*/ 0 h 7560309"/>
              <a:gd name="T6" fmla="*/ 0 w 10692130"/>
              <a:gd name="T7" fmla="*/ 0 h 7560309"/>
              <a:gd name="T8" fmla="*/ 0 w 10692130"/>
              <a:gd name="T9" fmla="*/ 28 h 7560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92130" h="7560309">
                <a:moveTo>
                  <a:pt x="0" y="7559992"/>
                </a:moveTo>
                <a:lnTo>
                  <a:pt x="10692003" y="7559992"/>
                </a:lnTo>
                <a:lnTo>
                  <a:pt x="10692003" y="0"/>
                </a:lnTo>
                <a:lnTo>
                  <a:pt x="0" y="0"/>
                </a:lnTo>
                <a:lnTo>
                  <a:pt x="0" y="7559992"/>
                </a:lnTo>
                <a:close/>
              </a:path>
            </a:pathLst>
          </a:custGeom>
          <a:solidFill>
            <a:srgbClr val="0A7380"/>
          </a:solidFill>
          <a:ln w="9525">
            <a:noFill/>
            <a:round/>
            <a:headEnd/>
            <a:tailEnd/>
          </a:ln>
        </p:spPr>
        <p:txBody>
          <a:bodyPr lIns="0" tIns="0" rIns="0" bIns="0"/>
          <a:lstStyle/>
          <a:p>
            <a:endParaRPr lang="fr-FR">
              <a:latin typeface="+mj-lt"/>
            </a:endParaRPr>
          </a:p>
        </p:txBody>
      </p:sp>
      <p:pic>
        <p:nvPicPr>
          <p:cNvPr id="16" name="Picture 5"/>
          <p:cNvPicPr>
            <a:picLocks noChangeAspect="1" noChangeArrowheads="1"/>
          </p:cNvPicPr>
          <p:nvPr userDrawn="1"/>
        </p:nvPicPr>
        <p:blipFill rotWithShape="1">
          <a:blip r:embed="rId2" cstate="email"/>
          <a:srcRect/>
          <a:stretch/>
        </p:blipFill>
        <p:spPr bwMode="auto">
          <a:xfrm>
            <a:off x="0" y="1292602"/>
            <a:ext cx="4571071" cy="3850898"/>
          </a:xfrm>
          <a:prstGeom prst="rect">
            <a:avLst/>
          </a:prstGeom>
          <a:noFill/>
          <a:ln w="9525">
            <a:noFill/>
            <a:miter lim="800000"/>
            <a:headEnd/>
            <a:tailEnd/>
          </a:ln>
        </p:spPr>
      </p:pic>
      <p:sp>
        <p:nvSpPr>
          <p:cNvPr id="12" name="Titre 11"/>
          <p:cNvSpPr>
            <a:spLocks noGrp="1"/>
          </p:cNvSpPr>
          <p:nvPr>
            <p:ph type="title" hasCustomPrompt="1"/>
          </p:nvPr>
        </p:nvSpPr>
        <p:spPr>
          <a:xfrm>
            <a:off x="1372180" y="1925196"/>
            <a:ext cx="7651171" cy="2237136"/>
          </a:xfrm>
          <a:prstGeom prst="rect">
            <a:avLst/>
          </a:prstGeom>
        </p:spPr>
        <p:txBody>
          <a:bodyPr lIns="81628" tIns="40814" rIns="81628" bIns="40814"/>
          <a:lstStyle>
            <a:lvl1pPr marL="0" indent="1037361" algn="l">
              <a:defRPr sz="5000" b="1">
                <a:solidFill>
                  <a:schemeClr val="bg1"/>
                </a:solidFill>
                <a:latin typeface="Source Sans Pro" pitchFamily="34" charset="0"/>
              </a:defRPr>
            </a:lvl1pPr>
          </a:lstStyle>
          <a:p>
            <a:r>
              <a:rPr lang="en-US" noProof="0" dirty="0"/>
              <a:t>Insert title of the       presentation in bold here</a:t>
            </a:r>
          </a:p>
        </p:txBody>
      </p:sp>
      <p:sp>
        <p:nvSpPr>
          <p:cNvPr id="14" name="Sous-titre 2"/>
          <p:cNvSpPr>
            <a:spLocks noGrp="1"/>
          </p:cNvSpPr>
          <p:nvPr>
            <p:ph type="subTitle" idx="1" hasCustomPrompt="1"/>
          </p:nvPr>
        </p:nvSpPr>
        <p:spPr>
          <a:xfrm>
            <a:off x="6258689" y="4759837"/>
            <a:ext cx="2696400" cy="264600"/>
          </a:xfrm>
          <a:prstGeom prst="rect">
            <a:avLst/>
          </a:prstGeom>
        </p:spPr>
        <p:txBody>
          <a:bodyPr wrap="square" lIns="81628" tIns="40814" rIns="81628" bIns="40814" anchor="ctr">
            <a:spAutoFit/>
          </a:bodyPr>
          <a:lstStyle>
            <a:lvl1pPr marL="0" indent="0" algn="r">
              <a:lnSpc>
                <a:spcPct val="90000"/>
              </a:lnSpc>
              <a:buNone/>
              <a:defRPr sz="1300" b="0">
                <a:solidFill>
                  <a:schemeClr val="bg1"/>
                </a:solidFill>
              </a:defRPr>
            </a:lvl1pPr>
            <a:lvl2pPr marL="306107" indent="0" algn="ctr">
              <a:buNone/>
              <a:defRPr sz="1300"/>
            </a:lvl2pPr>
            <a:lvl3pPr marL="612213" indent="0" algn="ctr">
              <a:buNone/>
              <a:defRPr sz="1200"/>
            </a:lvl3pPr>
            <a:lvl4pPr marL="918320" indent="0" algn="ctr">
              <a:buNone/>
              <a:defRPr sz="1100"/>
            </a:lvl4pPr>
            <a:lvl5pPr marL="1224427" indent="0" algn="ctr">
              <a:buNone/>
              <a:defRPr sz="1100"/>
            </a:lvl5pPr>
            <a:lvl6pPr marL="1530534" indent="0" algn="ctr">
              <a:buNone/>
              <a:defRPr sz="1100"/>
            </a:lvl6pPr>
            <a:lvl7pPr marL="1836640" indent="0" algn="ctr">
              <a:buNone/>
              <a:defRPr sz="1100"/>
            </a:lvl7pPr>
            <a:lvl8pPr marL="2142747" indent="0" algn="ctr">
              <a:buNone/>
              <a:defRPr sz="1100"/>
            </a:lvl8pPr>
            <a:lvl9pPr marL="2448853" indent="0" algn="ctr">
              <a:buNone/>
              <a:defRPr sz="1100"/>
            </a:lvl9pPr>
          </a:lstStyle>
          <a:p>
            <a:r>
              <a:rPr lang="en-US" noProof="0" dirty="0"/>
              <a:t>Date - Place</a:t>
            </a:r>
          </a:p>
        </p:txBody>
      </p:sp>
      <p:sp>
        <p:nvSpPr>
          <p:cNvPr id="11" name="Espace réservé du contenu 10"/>
          <p:cNvSpPr>
            <a:spLocks noGrp="1"/>
          </p:cNvSpPr>
          <p:nvPr>
            <p:ph sz="quarter" idx="12" hasCustomPrompt="1"/>
          </p:nvPr>
        </p:nvSpPr>
        <p:spPr>
          <a:xfrm>
            <a:off x="6258689" y="4510088"/>
            <a:ext cx="2696400" cy="264600"/>
          </a:xfrm>
          <a:prstGeom prst="rect">
            <a:avLst/>
          </a:prstGeom>
        </p:spPr>
        <p:txBody>
          <a:bodyPr lIns="81628" tIns="40814" rIns="81628" bIns="40814" anchor="ctr"/>
          <a:lstStyle>
            <a:lvl1pPr marL="0" indent="0" algn="r">
              <a:buNone/>
              <a:defRPr sz="1300">
                <a:solidFill>
                  <a:schemeClr val="bg1"/>
                </a:solidFill>
              </a:defRPr>
            </a:lvl1pPr>
          </a:lstStyle>
          <a:p>
            <a:pPr lvl="0"/>
            <a:r>
              <a:rPr lang="en-US" noProof="0" dirty="0"/>
              <a:t>Speaker/Team/Other</a:t>
            </a:r>
          </a:p>
        </p:txBody>
      </p:sp>
      <p:pic>
        <p:nvPicPr>
          <p:cNvPr id="1026" name="Picture 2" descr="C:\_Clients\PPT\cdg-ppt\docs-client\axa_logo_open_white_rgb.emf"/>
          <p:cNvPicPr>
            <a:picLocks noChangeAspect="1" noChangeArrowheads="1"/>
          </p:cNvPicPr>
          <p:nvPr userDrawn="1"/>
        </p:nvPicPr>
        <p:blipFill>
          <a:blip r:embed="rId3" cstate="print"/>
          <a:srcRect/>
          <a:stretch>
            <a:fillRect/>
          </a:stretch>
        </p:blipFill>
        <p:spPr bwMode="auto">
          <a:xfrm>
            <a:off x="254000" y="265113"/>
            <a:ext cx="522000" cy="52200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Chapter opening page">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254000" y="265113"/>
            <a:ext cx="522000" cy="522000"/>
          </a:xfrm>
          <a:prstGeom prst="rect">
            <a:avLst/>
          </a:prstGeom>
          <a:noFill/>
        </p:spPr>
      </p:pic>
      <p:sp>
        <p:nvSpPr>
          <p:cNvPr id="6" name="Espace réservé du contenu 12"/>
          <p:cNvSpPr>
            <a:spLocks noGrp="1"/>
          </p:cNvSpPr>
          <p:nvPr>
            <p:ph sz="quarter" idx="11" hasCustomPrompt="1"/>
          </p:nvPr>
        </p:nvSpPr>
        <p:spPr>
          <a:xfrm>
            <a:off x="2647951" y="621506"/>
            <a:ext cx="3848100" cy="3871913"/>
          </a:xfrm>
          <a:prstGeom prst="rect">
            <a:avLst/>
          </a:prstGeom>
        </p:spPr>
        <p:txBody>
          <a:bodyPr lIns="81628" tIns="40814" rIns="81628" bIns="40814" anchor="ctr"/>
          <a:lstStyle>
            <a:lvl1pPr algn="ctr">
              <a:buNone/>
              <a:defRPr sz="26800" b="1">
                <a:solidFill>
                  <a:srgbClr val="00AEC6"/>
                </a:solidFill>
                <a:latin typeface="+mn-lt"/>
                <a:cs typeface="Arial" pitchFamily="34" charset="0"/>
              </a:defRPr>
            </a:lvl1pPr>
          </a:lstStyle>
          <a:p>
            <a:pPr lvl="0"/>
            <a:r>
              <a:rPr lang="en-US" noProof="0" dirty="0"/>
              <a:t>1</a:t>
            </a:r>
          </a:p>
        </p:txBody>
      </p:sp>
      <p:sp>
        <p:nvSpPr>
          <p:cNvPr id="7" name="Espace réservé du contenu 9"/>
          <p:cNvSpPr>
            <a:spLocks noGrp="1"/>
          </p:cNvSpPr>
          <p:nvPr>
            <p:ph sz="quarter" idx="10" hasCustomPrompt="1"/>
          </p:nvPr>
        </p:nvSpPr>
        <p:spPr>
          <a:xfrm>
            <a:off x="0" y="2260569"/>
            <a:ext cx="9144000" cy="621506"/>
          </a:xfrm>
          <a:prstGeom prst="rect">
            <a:avLst/>
          </a:prstGeom>
        </p:spPr>
        <p:txBody>
          <a:bodyPr lIns="81628" tIns="40814" rIns="81628" bIns="40814" anchor="ctr"/>
          <a:lstStyle>
            <a:lvl1pPr algn="ctr">
              <a:buNone/>
              <a:defRPr sz="3000" b="0" baseline="0">
                <a:solidFill>
                  <a:schemeClr val="tx1"/>
                </a:solidFill>
                <a:latin typeface="+mn-lt"/>
                <a:cs typeface="Arial" pitchFamily="34" charset="0"/>
              </a:defRPr>
            </a:lvl1pPr>
          </a:lstStyle>
          <a:p>
            <a:pPr lvl="0"/>
            <a:r>
              <a:rPr lang="en-US" noProof="0" dirty="0"/>
              <a:t>Chapter opening page</a:t>
            </a:r>
          </a:p>
        </p:txBody>
      </p:sp>
    </p:spTree>
    <p:extLst>
      <p:ext uri="{BB962C8B-B14F-4D97-AF65-F5344CB8AC3E}">
        <p14:creationId xmlns:p14="http://schemas.microsoft.com/office/powerpoint/2010/main" val="2707513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ackground">
    <p:spTree>
      <p:nvGrpSpPr>
        <p:cNvPr id="1" name=""/>
        <p:cNvGrpSpPr/>
        <p:nvPr/>
      </p:nvGrpSpPr>
      <p:grpSpPr>
        <a:xfrm>
          <a:off x="0" y="0"/>
          <a:ext cx="0" cy="0"/>
          <a:chOff x="0" y="0"/>
          <a:chExt cx="0" cy="0"/>
        </a:xfrm>
      </p:grpSpPr>
      <p:sp>
        <p:nvSpPr>
          <p:cNvPr id="9" name="bk object 16"/>
          <p:cNvSpPr>
            <a:spLocks/>
          </p:cNvSpPr>
          <p:nvPr userDrawn="1"/>
        </p:nvSpPr>
        <p:spPr bwMode="auto">
          <a:xfrm>
            <a:off x="0" y="1"/>
            <a:ext cx="9144000" cy="5143500"/>
          </a:xfrm>
          <a:custGeom>
            <a:avLst/>
            <a:gdLst>
              <a:gd name="T0" fmla="*/ 0 w 10692130"/>
              <a:gd name="T1" fmla="*/ 28 h 7560309"/>
              <a:gd name="T2" fmla="*/ 7838 w 10692130"/>
              <a:gd name="T3" fmla="*/ 28 h 7560309"/>
              <a:gd name="T4" fmla="*/ 7838 w 10692130"/>
              <a:gd name="T5" fmla="*/ 0 h 7560309"/>
              <a:gd name="T6" fmla="*/ 0 w 10692130"/>
              <a:gd name="T7" fmla="*/ 0 h 7560309"/>
              <a:gd name="T8" fmla="*/ 0 w 10692130"/>
              <a:gd name="T9" fmla="*/ 28 h 7560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92130" h="7560309">
                <a:moveTo>
                  <a:pt x="0" y="7559992"/>
                </a:moveTo>
                <a:lnTo>
                  <a:pt x="10692003" y="7559992"/>
                </a:lnTo>
                <a:lnTo>
                  <a:pt x="10692003" y="0"/>
                </a:lnTo>
                <a:lnTo>
                  <a:pt x="0" y="0"/>
                </a:lnTo>
                <a:lnTo>
                  <a:pt x="0" y="7559992"/>
                </a:lnTo>
                <a:close/>
              </a:path>
            </a:pathLst>
          </a:custGeom>
          <a:solidFill>
            <a:srgbClr val="0A7380"/>
          </a:solidFill>
          <a:ln w="9525">
            <a:noFill/>
            <a:round/>
            <a:headEnd/>
            <a:tailEnd/>
          </a:ln>
        </p:spPr>
        <p:txBody>
          <a:bodyPr lIns="0" tIns="0" rIns="0" bIns="0"/>
          <a:lstStyle/>
          <a:p>
            <a:endParaRPr lang="en-US" noProof="0" dirty="0">
              <a:latin typeface="+mj-lt"/>
            </a:endParaRPr>
          </a:p>
        </p:txBody>
      </p:sp>
      <p:sp>
        <p:nvSpPr>
          <p:cNvPr id="12" name="Rectangle 5"/>
          <p:cNvSpPr/>
          <p:nvPr userDrawn="1"/>
        </p:nvSpPr>
        <p:spPr>
          <a:xfrm>
            <a:off x="2458345" y="1"/>
            <a:ext cx="6685655" cy="5143500"/>
          </a:xfrm>
          <a:custGeom>
            <a:avLst/>
            <a:gdLst>
              <a:gd name="connsiteX0" fmla="*/ 0 w 7250400"/>
              <a:gd name="connsiteY0" fmla="*/ 0 h 6858000"/>
              <a:gd name="connsiteX1" fmla="*/ 7250400 w 7250400"/>
              <a:gd name="connsiteY1" fmla="*/ 0 h 6858000"/>
              <a:gd name="connsiteX2" fmla="*/ 7250400 w 7250400"/>
              <a:gd name="connsiteY2" fmla="*/ 6858000 h 6858000"/>
              <a:gd name="connsiteX3" fmla="*/ 0 w 7250400"/>
              <a:gd name="connsiteY3" fmla="*/ 6858000 h 6858000"/>
              <a:gd name="connsiteX4" fmla="*/ 0 w 7250400"/>
              <a:gd name="connsiteY4" fmla="*/ 0 h 6858000"/>
              <a:gd name="connsiteX0" fmla="*/ 5326743 w 7250400"/>
              <a:gd name="connsiteY0" fmla="*/ 29029 h 6858000"/>
              <a:gd name="connsiteX1" fmla="*/ 7250400 w 7250400"/>
              <a:gd name="connsiteY1" fmla="*/ 0 h 6858000"/>
              <a:gd name="connsiteX2" fmla="*/ 7250400 w 7250400"/>
              <a:gd name="connsiteY2" fmla="*/ 6858000 h 6858000"/>
              <a:gd name="connsiteX3" fmla="*/ 0 w 7250400"/>
              <a:gd name="connsiteY3" fmla="*/ 6858000 h 6858000"/>
              <a:gd name="connsiteX4" fmla="*/ 5326743 w 7250400"/>
              <a:gd name="connsiteY4" fmla="*/ 29029 h 6858000"/>
              <a:gd name="connsiteX0" fmla="*/ 5297715 w 7250400"/>
              <a:gd name="connsiteY0" fmla="*/ 14514 h 6858000"/>
              <a:gd name="connsiteX1" fmla="*/ 7250400 w 7250400"/>
              <a:gd name="connsiteY1" fmla="*/ 0 h 6858000"/>
              <a:gd name="connsiteX2" fmla="*/ 7250400 w 7250400"/>
              <a:gd name="connsiteY2" fmla="*/ 6858000 h 6858000"/>
              <a:gd name="connsiteX3" fmla="*/ 0 w 7250400"/>
              <a:gd name="connsiteY3" fmla="*/ 6858000 h 6858000"/>
              <a:gd name="connsiteX4" fmla="*/ 5297715 w 7250400"/>
              <a:gd name="connsiteY4" fmla="*/ 14514 h 6858000"/>
              <a:gd name="connsiteX0" fmla="*/ 5302478 w 7250400"/>
              <a:gd name="connsiteY0" fmla="*/ 2607 h 6858000"/>
              <a:gd name="connsiteX1" fmla="*/ 7250400 w 7250400"/>
              <a:gd name="connsiteY1" fmla="*/ 0 h 6858000"/>
              <a:gd name="connsiteX2" fmla="*/ 7250400 w 7250400"/>
              <a:gd name="connsiteY2" fmla="*/ 6858000 h 6858000"/>
              <a:gd name="connsiteX3" fmla="*/ 0 w 7250400"/>
              <a:gd name="connsiteY3" fmla="*/ 6858000 h 6858000"/>
              <a:gd name="connsiteX4" fmla="*/ 5302478 w 7250400"/>
              <a:gd name="connsiteY4" fmla="*/ 260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400" h="6858000">
                <a:moveTo>
                  <a:pt x="5302478" y="2607"/>
                </a:moveTo>
                <a:lnTo>
                  <a:pt x="7250400" y="0"/>
                </a:lnTo>
                <a:lnTo>
                  <a:pt x="7250400" y="6858000"/>
                </a:lnTo>
                <a:lnTo>
                  <a:pt x="0" y="6858000"/>
                </a:lnTo>
                <a:lnTo>
                  <a:pt x="5302478" y="2607"/>
                </a:lnTo>
                <a:close/>
              </a:path>
            </a:pathLst>
          </a:custGeom>
          <a:solidFill>
            <a:srgbClr val="00AEC6"/>
          </a:solidFill>
          <a:ln>
            <a:noFill/>
          </a:ln>
        </p:spPr>
        <p:style>
          <a:lnRef idx="2">
            <a:schemeClr val="accent1">
              <a:shade val="50000"/>
            </a:schemeClr>
          </a:lnRef>
          <a:fillRef idx="1">
            <a:schemeClr val="accent1"/>
          </a:fillRef>
          <a:effectRef idx="0">
            <a:schemeClr val="accent1"/>
          </a:effectRef>
          <a:fontRef idx="minor">
            <a:schemeClr val="lt1"/>
          </a:fontRef>
        </p:style>
        <p:txBody>
          <a:bodyPr lIns="107040" tIns="53520" rIns="107040" bIns="53520" anchor="ctr"/>
          <a:lstStyle/>
          <a:p>
            <a:pPr algn="ctr" eaLnBrk="1" hangingPunct="1">
              <a:defRPr/>
            </a:pPr>
            <a:endParaRPr lang="fr-FR">
              <a:latin typeface="+mj-lt"/>
            </a:endParaRPr>
          </a:p>
        </p:txBody>
      </p:sp>
      <p:sp>
        <p:nvSpPr>
          <p:cNvPr id="10" name="Espace réservé du contenu 9"/>
          <p:cNvSpPr>
            <a:spLocks noGrp="1"/>
          </p:cNvSpPr>
          <p:nvPr>
            <p:ph sz="quarter" idx="11" hasCustomPrompt="1"/>
          </p:nvPr>
        </p:nvSpPr>
        <p:spPr>
          <a:xfrm>
            <a:off x="0" y="1935560"/>
            <a:ext cx="9144000" cy="1270000"/>
          </a:xfrm>
          <a:prstGeom prst="rect">
            <a:avLst/>
          </a:prstGeom>
        </p:spPr>
        <p:txBody>
          <a:bodyPr lIns="81628" tIns="40814" rIns="81628" bIns="40814" anchor="ctr"/>
          <a:lstStyle>
            <a:lvl1pPr marL="0" indent="0" algn="ctr">
              <a:buNone/>
              <a:defRPr sz="5000" b="1">
                <a:solidFill>
                  <a:schemeClr val="bg1"/>
                </a:solidFill>
              </a:defRPr>
            </a:lvl1pPr>
          </a:lstStyle>
          <a:p>
            <a:pPr lvl="0"/>
            <a:r>
              <a:rPr lang="en-US" noProof="0" dirty="0"/>
              <a:t>Text</a:t>
            </a:r>
          </a:p>
        </p:txBody>
      </p:sp>
      <p:pic>
        <p:nvPicPr>
          <p:cNvPr id="6" name="Picture 2" descr="C:\_Clients\PPT\cdg-ppt\docs-client\axa_logo_open_white_rgb.emf"/>
          <p:cNvPicPr>
            <a:picLocks noChangeAspect="1" noChangeArrowheads="1"/>
          </p:cNvPicPr>
          <p:nvPr userDrawn="1"/>
        </p:nvPicPr>
        <p:blipFill>
          <a:blip r:embed="rId2" cstate="print"/>
          <a:srcRect/>
          <a:stretch>
            <a:fillRect/>
          </a:stretch>
        </p:blipFill>
        <p:spPr bwMode="auto">
          <a:xfrm>
            <a:off x="254000" y="265113"/>
            <a:ext cx="522000" cy="522000"/>
          </a:xfrm>
          <a:prstGeom prst="rect">
            <a:avLst/>
          </a:prstGeom>
          <a:noFill/>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1"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2" name="Espace réservé du texte 4"/>
          <p:cNvSpPr>
            <a:spLocks noGrp="1"/>
          </p:cNvSpPr>
          <p:nvPr>
            <p:ph type="body" sz="quarter" idx="11"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mn-lt"/>
                <a:cs typeface="Arial" pitchFamily="34" charset="0"/>
              </a:defRPr>
            </a:lvl1pPr>
          </a:lstStyle>
          <a:p>
            <a:r>
              <a:rPr lang="en-US" dirty="0"/>
              <a:t>Subtitle or next title (optional)</a:t>
            </a:r>
          </a:p>
        </p:txBody>
      </p:sp>
      <p:sp>
        <p:nvSpPr>
          <p:cNvPr id="3" name="Espace réservé du texte 2"/>
          <p:cNvSpPr>
            <a:spLocks noGrp="1"/>
          </p:cNvSpPr>
          <p:nvPr>
            <p:ph type="body" sz="quarter" idx="12" hasCustomPrompt="1"/>
          </p:nvPr>
        </p:nvSpPr>
        <p:spPr>
          <a:xfrm>
            <a:off x="2012343" y="1372353"/>
            <a:ext cx="5760000" cy="2880000"/>
          </a:xfrm>
          <a:prstGeom prst="rect">
            <a:avLst/>
          </a:prstGeom>
        </p:spPr>
        <p:txBody>
          <a:bodyPr lIns="0" tIns="0" rIns="0" bIns="0"/>
          <a:lstStyle>
            <a:lvl1pPr marL="809625" indent="-809625">
              <a:buClr>
                <a:schemeClr val="tx2"/>
              </a:buClr>
              <a:buFont typeface="+mj-lt"/>
              <a:buAutoNum type="arabicPeriod"/>
              <a:defRPr sz="16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Click to add text</a:t>
            </a:r>
            <a:endParaRPr lang="fr-FR" dirty="0"/>
          </a:p>
        </p:txBody>
      </p:sp>
      <p:pic>
        <p:nvPicPr>
          <p:cNvPr id="10" name="Logo AXA" descr="\\Mac\AllFiles\Volumes\DOSSIERS EN COURS\17_1098 AXA_Creation_gabarits\elements\png\new_logo_axa_rgb.png"/>
          <p:cNvPicPr>
            <a:picLocks noChangeAspect="1" noChangeArrowheads="1"/>
          </p:cNvPicPr>
          <p:nvPr userDrawn="1"/>
        </p:nvPicPr>
        <p:blipFill>
          <a:blip r:embed="rId2" cstate="print"/>
          <a:srcRect/>
          <a:stretch>
            <a:fillRect/>
          </a:stretch>
        </p:blipFill>
        <p:spPr bwMode="auto">
          <a:xfrm>
            <a:off x="8881546" y="4877227"/>
            <a:ext cx="176979" cy="177047"/>
          </a:xfrm>
          <a:prstGeom prst="rect">
            <a:avLst/>
          </a:prstGeom>
          <a:noFill/>
          <a:ln w="9525">
            <a:noFill/>
            <a:miter lim="800000"/>
            <a:headEnd/>
            <a:tailEnd/>
          </a:ln>
        </p:spPr>
      </p:pic>
      <p:sp>
        <p:nvSpPr>
          <p:cNvPr id="13" name="Espace réservé de la date 2"/>
          <p:cNvSpPr>
            <a:spLocks noGrp="1"/>
          </p:cNvSpPr>
          <p:nvPr>
            <p:ph type="dt" sz="half" idx="10"/>
          </p:nvPr>
        </p:nvSpPr>
        <p:spPr>
          <a:xfrm>
            <a:off x="500253" y="4906460"/>
            <a:ext cx="2215515" cy="175022"/>
          </a:xfrm>
        </p:spPr>
        <p:txBody>
          <a:bodyPr/>
          <a:lstStyle/>
          <a:p>
            <a:r>
              <a:rPr lang="en-US" noProof="0"/>
              <a:t>Title of the presentation l Date</a:t>
            </a:r>
            <a:endParaRPr lang="en-US" noProof="0" dirty="0"/>
          </a:p>
        </p:txBody>
      </p:sp>
      <p:sp>
        <p:nvSpPr>
          <p:cNvPr id="14" name="Espace réservé du pied de page 3"/>
          <p:cNvSpPr>
            <a:spLocks noGrp="1"/>
          </p:cNvSpPr>
          <p:nvPr>
            <p:ph type="ftr" sz="quarter" idx="13"/>
          </p:nvPr>
        </p:nvSpPr>
        <p:spPr>
          <a:xfrm>
            <a:off x="3326957" y="4906460"/>
            <a:ext cx="2474912" cy="175022"/>
          </a:xfrm>
        </p:spPr>
        <p:txBody>
          <a:bodyPr/>
          <a:lstStyle/>
          <a:p>
            <a:r>
              <a:rPr lang="en-US" noProof="0"/>
              <a:t>CONFIDENTIALITY LEVEL</a:t>
            </a:r>
            <a:endParaRPr lang="en-US" noProof="0" dirty="0"/>
          </a:p>
        </p:txBody>
      </p:sp>
    </p:spTree>
    <p:extLst>
      <p:ext uri="{BB962C8B-B14F-4D97-AF65-F5344CB8AC3E}">
        <p14:creationId xmlns:p14="http://schemas.microsoft.com/office/powerpoint/2010/main" val="2264721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lide Text">
    <p:spTree>
      <p:nvGrpSpPr>
        <p:cNvPr id="1" name=""/>
        <p:cNvGrpSpPr/>
        <p:nvPr/>
      </p:nvGrpSpPr>
      <p:grpSpPr>
        <a:xfrm>
          <a:off x="0" y="0"/>
          <a:ext cx="0" cy="0"/>
          <a:chOff x="0" y="0"/>
          <a:chExt cx="0" cy="0"/>
        </a:xfrm>
      </p:grpSpPr>
      <p:sp>
        <p:nvSpPr>
          <p:cNvPr id="11" name="Sommaire"/>
          <p:cNvSpPr>
            <a:spLocks noGrp="1"/>
          </p:cNvSpPr>
          <p:nvPr>
            <p:ph type="title" hasCustomPrompt="1"/>
          </p:nvPr>
        </p:nvSpPr>
        <p:spPr>
          <a:xfrm>
            <a:off x="233999"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2" name="Espace réservé du texte 4"/>
          <p:cNvSpPr>
            <a:spLocks noGrp="1"/>
          </p:cNvSpPr>
          <p:nvPr>
            <p:ph type="body" sz="quarter" idx="11" hasCustomPrompt="1"/>
          </p:nvPr>
        </p:nvSpPr>
        <p:spPr>
          <a:xfrm>
            <a:off x="234001" y="571705"/>
            <a:ext cx="8820000" cy="285545"/>
          </a:xfrm>
          <a:prstGeom prst="rect">
            <a:avLst/>
          </a:prstGeom>
        </p:spPr>
        <p:txBody>
          <a:bodyPr lIns="0" tIns="0" rIns="0" bIns="0" anchor="ctr">
            <a:noAutofit/>
          </a:bodyPr>
          <a:lstStyle>
            <a:lvl1pPr marL="0" indent="0">
              <a:buNone/>
              <a:defRPr sz="1800">
                <a:solidFill>
                  <a:srgbClr val="027180"/>
                </a:solidFill>
                <a:latin typeface="+mn-lt"/>
                <a:cs typeface="Arial" pitchFamily="34" charset="0"/>
              </a:defRPr>
            </a:lvl1pPr>
          </a:lstStyle>
          <a:p>
            <a:pPr lvl="0"/>
            <a:r>
              <a:rPr lang="en-US" noProof="0" dirty="0"/>
              <a:t>Subtitle or next title (optional)</a:t>
            </a:r>
          </a:p>
        </p:txBody>
      </p:sp>
      <p:pic>
        <p:nvPicPr>
          <p:cNvPr id="13" name="Logo AXA" descr="\\Mac\AllFiles\Volumes\DOSSIERS EN COURS\17_1098 AXA_Creation_gabarits\elements\png\new_logo_axa_rgb.png"/>
          <p:cNvPicPr>
            <a:picLocks noChangeAspect="1" noChangeArrowheads="1"/>
          </p:cNvPicPr>
          <p:nvPr userDrawn="1"/>
        </p:nvPicPr>
        <p:blipFill>
          <a:blip r:embed="rId2" cstate="print"/>
          <a:srcRect/>
          <a:stretch>
            <a:fillRect/>
          </a:stretch>
        </p:blipFill>
        <p:spPr bwMode="auto">
          <a:xfrm>
            <a:off x="8881546" y="4877227"/>
            <a:ext cx="176979" cy="177047"/>
          </a:xfrm>
          <a:prstGeom prst="rect">
            <a:avLst/>
          </a:prstGeom>
          <a:noFill/>
          <a:ln w="9525">
            <a:noFill/>
            <a:miter lim="800000"/>
            <a:headEnd/>
            <a:tailEnd/>
          </a:ln>
        </p:spPr>
      </p:pic>
      <p:sp>
        <p:nvSpPr>
          <p:cNvPr id="16" name="Espace réservé du texte 11"/>
          <p:cNvSpPr>
            <a:spLocks noGrp="1"/>
          </p:cNvSpPr>
          <p:nvPr>
            <p:ph type="body" sz="quarter" idx="10" hasCustomPrompt="1"/>
          </p:nvPr>
        </p:nvSpPr>
        <p:spPr>
          <a:xfrm>
            <a:off x="234001" y="1126211"/>
            <a:ext cx="8824524" cy="3658695"/>
          </a:xfrm>
          <a:prstGeom prst="rect">
            <a:avLst/>
          </a:prstGeom>
        </p:spPr>
        <p:txBody>
          <a:bodyPr vert="horz" lIns="0" tIns="0" rIns="0" bIns="0"/>
          <a:lstStyle>
            <a:lvl1pPr marL="315916" indent="-315916">
              <a:buSzPct val="120000"/>
              <a:buFontTx/>
              <a:buBlip>
                <a:blip r:embed="rId3"/>
              </a:buBlip>
              <a:defRPr sz="1600">
                <a:solidFill>
                  <a:schemeClr val="tx1"/>
                </a:solidFill>
                <a:latin typeface="+mn-lt"/>
                <a:cs typeface="Arial"/>
              </a:defRPr>
            </a:lvl1pPr>
            <a:lvl2pPr marL="631831" indent="-213708">
              <a:buClr>
                <a:srgbClr val="00727A"/>
              </a:buClr>
              <a:buSzPct val="100000"/>
              <a:buFont typeface="Wingdings" pitchFamily="2" charset="2"/>
              <a:buChar char="à"/>
              <a:defRPr sz="1400" baseline="0">
                <a:solidFill>
                  <a:schemeClr val="tx1"/>
                </a:solidFill>
                <a:latin typeface="+mn-lt"/>
                <a:cs typeface="Arial"/>
              </a:defRPr>
            </a:lvl2pPr>
            <a:lvl3pPr marL="947747" indent="-213708">
              <a:buClr>
                <a:srgbClr val="004563"/>
              </a:buClr>
              <a:buSzPct val="100000"/>
              <a:buFont typeface="Source Sans Pro" pitchFamily="34" charset="0"/>
              <a:buChar char="–"/>
              <a:defRPr sz="1300" i="1">
                <a:solidFill>
                  <a:schemeClr val="tx1"/>
                </a:solidFill>
                <a:latin typeface="+mn-lt"/>
                <a:cs typeface="Arial"/>
              </a:defRPr>
            </a:lvl3pPr>
            <a:lvl4pPr marL="1152163" indent="-204416">
              <a:buFont typeface="Arial" pitchFamily="34" charset="0"/>
              <a:buChar char="•"/>
              <a:defRPr sz="900">
                <a:solidFill>
                  <a:schemeClr val="tx1"/>
                </a:solidFill>
                <a:latin typeface="+mn-lt"/>
              </a:defRPr>
            </a:lvl4pPr>
            <a:lvl5pPr marL="1365871" indent="-213708">
              <a:buFont typeface="Open Sans" pitchFamily="34" charset="0"/>
              <a:buChar char="&gt;"/>
              <a:defRPr sz="700">
                <a:solidFill>
                  <a:schemeClr val="tx1"/>
                </a:solidFill>
                <a:latin typeface="+mn-lt"/>
              </a:defRPr>
            </a:lvl5pPr>
          </a:lstStyle>
          <a:p>
            <a:pPr lvl="0"/>
            <a:r>
              <a:rPr lang="en-US" noProof="0" dirty="0"/>
              <a:t>Click to edit Master text styles</a:t>
            </a:r>
          </a:p>
          <a:p>
            <a:pPr lvl="1"/>
            <a:r>
              <a:rPr lang="en-US" noProof="0" dirty="0"/>
              <a:t>Second level </a:t>
            </a:r>
          </a:p>
          <a:p>
            <a:pPr lvl="2"/>
            <a:r>
              <a:rPr lang="en-US" noProof="0" dirty="0"/>
              <a:t>Third level</a:t>
            </a:r>
          </a:p>
          <a:p>
            <a:pPr lvl="3"/>
            <a:r>
              <a:rPr lang="en-US" noProof="0" dirty="0"/>
              <a:t>Fourth level</a:t>
            </a:r>
          </a:p>
          <a:p>
            <a:pPr lvl="4"/>
            <a:r>
              <a:rPr lang="en-US" noProof="0" dirty="0"/>
              <a:t>Fifth level</a:t>
            </a:r>
          </a:p>
        </p:txBody>
      </p:sp>
      <p:sp>
        <p:nvSpPr>
          <p:cNvPr id="15" name="Espace réservé de la date 2"/>
          <p:cNvSpPr>
            <a:spLocks noGrp="1"/>
          </p:cNvSpPr>
          <p:nvPr>
            <p:ph type="dt" sz="half" idx="12"/>
          </p:nvPr>
        </p:nvSpPr>
        <p:spPr>
          <a:xfrm>
            <a:off x="500253" y="4906460"/>
            <a:ext cx="2215515" cy="175022"/>
          </a:xfrm>
        </p:spPr>
        <p:txBody>
          <a:bodyPr/>
          <a:lstStyle/>
          <a:p>
            <a:r>
              <a:rPr lang="en-US" noProof="0"/>
              <a:t>Title of the presentation l Date</a:t>
            </a:r>
            <a:endParaRPr lang="en-US" noProof="0" dirty="0"/>
          </a:p>
        </p:txBody>
      </p:sp>
      <p:sp>
        <p:nvSpPr>
          <p:cNvPr id="17" name="Espace réservé du pied de page 3"/>
          <p:cNvSpPr>
            <a:spLocks noGrp="1"/>
          </p:cNvSpPr>
          <p:nvPr>
            <p:ph type="ftr" sz="quarter" idx="13"/>
          </p:nvPr>
        </p:nvSpPr>
        <p:spPr>
          <a:xfrm>
            <a:off x="3326957" y="4906460"/>
            <a:ext cx="2474912" cy="175022"/>
          </a:xfrm>
        </p:spPr>
        <p:txBody>
          <a:bodyPr/>
          <a:lstStyle/>
          <a:p>
            <a:r>
              <a:rPr lang="en-US" noProof="0"/>
              <a:t>CONFIDENTIALITY LEVEL</a:t>
            </a: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s/Charts">
    <p:spTree>
      <p:nvGrpSpPr>
        <p:cNvPr id="1" name=""/>
        <p:cNvGrpSpPr/>
        <p:nvPr/>
      </p:nvGrpSpPr>
      <p:grpSpPr>
        <a:xfrm>
          <a:off x="0" y="0"/>
          <a:ext cx="0" cy="0"/>
          <a:chOff x="0" y="0"/>
          <a:chExt cx="0" cy="0"/>
        </a:xfrm>
      </p:grpSpPr>
      <p:sp>
        <p:nvSpPr>
          <p:cNvPr id="11"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2" name="Espace réservé du texte 4"/>
          <p:cNvSpPr>
            <a:spLocks noGrp="1"/>
          </p:cNvSpPr>
          <p:nvPr>
            <p:ph type="body" sz="quarter" idx="11"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Source Sans Pro" pitchFamily="34" charset="0"/>
                <a:cs typeface="Arial" pitchFamily="34" charset="0"/>
              </a:defRPr>
            </a:lvl1pPr>
          </a:lstStyle>
          <a:p>
            <a:r>
              <a:rPr lang="en-US" dirty="0"/>
              <a:t>Subtitle or next title (optional)</a:t>
            </a:r>
          </a:p>
        </p:txBody>
      </p:sp>
      <p:sp>
        <p:nvSpPr>
          <p:cNvPr id="3" name="Espace réservé du texte 2"/>
          <p:cNvSpPr>
            <a:spLocks noGrp="1"/>
          </p:cNvSpPr>
          <p:nvPr>
            <p:ph type="body" sz="quarter" idx="12" hasCustomPrompt="1"/>
          </p:nvPr>
        </p:nvSpPr>
        <p:spPr>
          <a:xfrm>
            <a:off x="234000" y="1230406"/>
            <a:ext cx="882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Table title</a:t>
            </a:r>
          </a:p>
        </p:txBody>
      </p:sp>
      <p:sp>
        <p:nvSpPr>
          <p:cNvPr id="5" name="Espace réservé du tableau 4"/>
          <p:cNvSpPr>
            <a:spLocks noGrp="1"/>
          </p:cNvSpPr>
          <p:nvPr>
            <p:ph type="tbl" sz="quarter" idx="13" hasCustomPrompt="1"/>
          </p:nvPr>
        </p:nvSpPr>
        <p:spPr>
          <a:xfrm>
            <a:off x="234000" y="1764506"/>
            <a:ext cx="8820000" cy="2500313"/>
          </a:xfrm>
          <a:prstGeom prst="rect">
            <a:avLst/>
          </a:prstGeom>
        </p:spPr>
        <p:txBody>
          <a:bodyPr anchor="ctr"/>
          <a:lstStyle>
            <a:lvl1pPr marL="0" indent="0" algn="ctr">
              <a:buFontTx/>
              <a:buNone/>
              <a:defRPr sz="2000">
                <a:solidFill>
                  <a:schemeClr val="tx2"/>
                </a:solidFill>
              </a:defRPr>
            </a:lvl1pPr>
          </a:lstStyle>
          <a:p>
            <a:r>
              <a:rPr lang="en-US" dirty="0"/>
              <a:t>Click on the icon to add a table</a:t>
            </a:r>
            <a:endParaRPr lang="fr-FR" dirty="0"/>
          </a:p>
        </p:txBody>
      </p:sp>
      <p:sp>
        <p:nvSpPr>
          <p:cNvPr id="16" name="Espace réservé du texte 2"/>
          <p:cNvSpPr>
            <a:spLocks noGrp="1"/>
          </p:cNvSpPr>
          <p:nvPr>
            <p:ph type="body" sz="quarter" idx="14" hasCustomPrompt="1"/>
          </p:nvPr>
        </p:nvSpPr>
        <p:spPr>
          <a:xfrm>
            <a:off x="234000" y="1444719"/>
            <a:ext cx="882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Table subtitle</a:t>
            </a:r>
          </a:p>
        </p:txBody>
      </p:sp>
      <p:pic>
        <p:nvPicPr>
          <p:cNvPr id="10" name="Logo AXA" descr="\\Mac\AllFiles\Volumes\DOSSIERS EN COURS\17_1098 AXA_Creation_gabarits\elements\png\new_logo_axa_rgb.png"/>
          <p:cNvPicPr>
            <a:picLocks noChangeAspect="1" noChangeArrowheads="1"/>
          </p:cNvPicPr>
          <p:nvPr userDrawn="1"/>
        </p:nvPicPr>
        <p:blipFill>
          <a:blip r:embed="rId2" cstate="print"/>
          <a:srcRect/>
          <a:stretch>
            <a:fillRect/>
          </a:stretch>
        </p:blipFill>
        <p:spPr bwMode="auto">
          <a:xfrm>
            <a:off x="8881546" y="4877227"/>
            <a:ext cx="176979" cy="177047"/>
          </a:xfrm>
          <a:prstGeom prst="rect">
            <a:avLst/>
          </a:prstGeom>
          <a:noFill/>
          <a:ln w="9525">
            <a:noFill/>
            <a:miter lim="800000"/>
            <a:headEnd/>
            <a:tailEnd/>
          </a:ln>
        </p:spPr>
      </p:pic>
      <p:sp>
        <p:nvSpPr>
          <p:cNvPr id="15" name="Espace réservé de la date 2"/>
          <p:cNvSpPr>
            <a:spLocks noGrp="1"/>
          </p:cNvSpPr>
          <p:nvPr>
            <p:ph type="dt" sz="half" idx="10"/>
          </p:nvPr>
        </p:nvSpPr>
        <p:spPr>
          <a:xfrm>
            <a:off x="500253" y="4906460"/>
            <a:ext cx="2215515" cy="175022"/>
          </a:xfrm>
        </p:spPr>
        <p:txBody>
          <a:bodyPr/>
          <a:lstStyle/>
          <a:p>
            <a:r>
              <a:rPr lang="en-US" noProof="0"/>
              <a:t>Title of the presentation l Date</a:t>
            </a:r>
            <a:endParaRPr lang="en-US" noProof="0" dirty="0"/>
          </a:p>
        </p:txBody>
      </p:sp>
      <p:sp>
        <p:nvSpPr>
          <p:cNvPr id="17" name="Espace réservé du pied de page 3"/>
          <p:cNvSpPr>
            <a:spLocks noGrp="1"/>
          </p:cNvSpPr>
          <p:nvPr>
            <p:ph type="ftr" sz="quarter" idx="15"/>
          </p:nvPr>
        </p:nvSpPr>
        <p:spPr>
          <a:xfrm>
            <a:off x="3326957" y="4906460"/>
            <a:ext cx="2474912" cy="175022"/>
          </a:xfrm>
        </p:spPr>
        <p:txBody>
          <a:bodyPr/>
          <a:lstStyle/>
          <a:p>
            <a:r>
              <a:rPr lang="en-US" noProof="0"/>
              <a:t>CONFIDENTIALITY LEVEL</a:t>
            </a:r>
            <a:endParaRPr lang="en-US" noProof="0" dirty="0"/>
          </a:p>
        </p:txBody>
      </p:sp>
    </p:spTree>
    <p:extLst>
      <p:ext uri="{BB962C8B-B14F-4D97-AF65-F5344CB8AC3E}">
        <p14:creationId xmlns:p14="http://schemas.microsoft.com/office/powerpoint/2010/main" val="2019180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istogram x2">
    <p:spTree>
      <p:nvGrpSpPr>
        <p:cNvPr id="1" name=""/>
        <p:cNvGrpSpPr/>
        <p:nvPr/>
      </p:nvGrpSpPr>
      <p:grpSpPr>
        <a:xfrm>
          <a:off x="0" y="0"/>
          <a:ext cx="0" cy="0"/>
          <a:chOff x="0" y="0"/>
          <a:chExt cx="0" cy="0"/>
        </a:xfrm>
      </p:grpSpPr>
      <p:sp>
        <p:nvSpPr>
          <p:cNvPr id="11"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2" name="Espace réservé du texte 4"/>
          <p:cNvSpPr>
            <a:spLocks noGrp="1"/>
          </p:cNvSpPr>
          <p:nvPr>
            <p:ph type="body" sz="quarter" idx="11" hasCustomPrompt="1"/>
          </p:nvPr>
        </p:nvSpPr>
        <p:spPr>
          <a:xfrm>
            <a:off x="233999" y="571705"/>
            <a:ext cx="8820000" cy="285545"/>
          </a:xfrm>
          <a:prstGeom prst="rect">
            <a:avLst/>
          </a:prstGeom>
        </p:spPr>
        <p:txBody>
          <a:bodyPr lIns="0" tIns="0" rIns="0" bIns="0" anchor="ctr">
            <a:noAutofit/>
          </a:bodyPr>
          <a:lstStyle>
            <a:lvl1pPr marL="0" marR="0" indent="0" algn="l" defTabSz="913723" rtl="0" eaLnBrk="0" fontAlgn="base" latinLnBrk="0" hangingPunct="0">
              <a:lnSpc>
                <a:spcPct val="100000"/>
              </a:lnSpc>
              <a:spcBef>
                <a:spcPct val="20000"/>
              </a:spcBef>
              <a:spcAft>
                <a:spcPct val="0"/>
              </a:spcAft>
              <a:buClrTx/>
              <a:buSzTx/>
              <a:buFont typeface="Arial" charset="0"/>
              <a:buNone/>
              <a:tabLst/>
              <a:defRPr sz="1800">
                <a:solidFill>
                  <a:srgbClr val="027180"/>
                </a:solidFill>
                <a:latin typeface="Source Sans Pro" pitchFamily="34" charset="0"/>
                <a:cs typeface="Arial" pitchFamily="34" charset="0"/>
              </a:defRPr>
            </a:lvl1pPr>
          </a:lstStyle>
          <a:p>
            <a:r>
              <a:rPr lang="en-US" dirty="0"/>
              <a:t>Subtitle or next title (optional)</a:t>
            </a:r>
          </a:p>
        </p:txBody>
      </p:sp>
      <p:sp>
        <p:nvSpPr>
          <p:cNvPr id="3" name="Espace réservé du texte 2"/>
          <p:cNvSpPr>
            <a:spLocks noGrp="1"/>
          </p:cNvSpPr>
          <p:nvPr>
            <p:ph type="body" sz="quarter" idx="12" hasCustomPrompt="1"/>
          </p:nvPr>
        </p:nvSpPr>
        <p:spPr>
          <a:xfrm>
            <a:off x="233997" y="1230406"/>
            <a:ext cx="41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16" name="Espace réservé du texte 2"/>
          <p:cNvSpPr>
            <a:spLocks noGrp="1"/>
          </p:cNvSpPr>
          <p:nvPr>
            <p:ph type="body" sz="quarter" idx="14" hasCustomPrompt="1"/>
          </p:nvPr>
        </p:nvSpPr>
        <p:spPr>
          <a:xfrm>
            <a:off x="233997" y="1444719"/>
            <a:ext cx="41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4" name="Espace réservé du graphique 3"/>
          <p:cNvSpPr>
            <a:spLocks noGrp="1"/>
          </p:cNvSpPr>
          <p:nvPr>
            <p:ph type="chart" sz="quarter" idx="15" hasCustomPrompt="1"/>
          </p:nvPr>
        </p:nvSpPr>
        <p:spPr>
          <a:xfrm>
            <a:off x="233997" y="1778794"/>
            <a:ext cx="4140000" cy="2430000"/>
          </a:xfrm>
          <a:prstGeom prst="rect">
            <a:avLst/>
          </a:prstGeom>
        </p:spPr>
        <p:txBody>
          <a:bodyPr anchor="ctr"/>
          <a:lstStyle>
            <a:lvl1pPr marL="0" indent="0" algn="ctr">
              <a:buFontTx/>
              <a:buNone/>
              <a:defRPr sz="2000">
                <a:solidFill>
                  <a:schemeClr val="tx2"/>
                </a:solidFill>
                <a:latin typeface="+mn-lt"/>
              </a:defRPr>
            </a:lvl1pPr>
          </a:lstStyle>
          <a:p>
            <a:r>
              <a:rPr lang="en-US" dirty="0"/>
              <a:t>Click on the icon to add a graph</a:t>
            </a:r>
            <a:endParaRPr lang="fr-FR" dirty="0"/>
          </a:p>
        </p:txBody>
      </p:sp>
      <p:sp>
        <p:nvSpPr>
          <p:cNvPr id="22" name="Espace réservé du texte 2"/>
          <p:cNvSpPr>
            <a:spLocks noGrp="1"/>
          </p:cNvSpPr>
          <p:nvPr>
            <p:ph type="body" sz="quarter" idx="16" hasCustomPrompt="1"/>
          </p:nvPr>
        </p:nvSpPr>
        <p:spPr>
          <a:xfrm>
            <a:off x="4570413" y="1230406"/>
            <a:ext cx="41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23" name="Espace réservé du texte 2"/>
          <p:cNvSpPr>
            <a:spLocks noGrp="1"/>
          </p:cNvSpPr>
          <p:nvPr>
            <p:ph type="body" sz="quarter" idx="17" hasCustomPrompt="1"/>
          </p:nvPr>
        </p:nvSpPr>
        <p:spPr>
          <a:xfrm>
            <a:off x="4570413" y="1444719"/>
            <a:ext cx="41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24" name="Espace réservé du graphique 3"/>
          <p:cNvSpPr>
            <a:spLocks noGrp="1"/>
          </p:cNvSpPr>
          <p:nvPr>
            <p:ph type="chart" sz="quarter" idx="18" hasCustomPrompt="1"/>
          </p:nvPr>
        </p:nvSpPr>
        <p:spPr>
          <a:xfrm>
            <a:off x="4570413" y="1778794"/>
            <a:ext cx="4140000" cy="2430000"/>
          </a:xfrm>
          <a:prstGeom prst="rect">
            <a:avLst/>
          </a:prstGeom>
        </p:spPr>
        <p:txBody>
          <a:bodyPr anchor="ctr"/>
          <a:lstStyle>
            <a:lvl1pPr marL="0" marR="0" indent="0" algn="ctr" defTabSz="913723" rtl="0" eaLnBrk="0" fontAlgn="base" latinLnBrk="0" hangingPunct="0">
              <a:lnSpc>
                <a:spcPct val="100000"/>
              </a:lnSpc>
              <a:spcBef>
                <a:spcPct val="20000"/>
              </a:spcBef>
              <a:spcAft>
                <a:spcPct val="0"/>
              </a:spcAft>
              <a:buClrTx/>
              <a:buSzTx/>
              <a:buFontTx/>
              <a:buNone/>
              <a:tabLst/>
              <a:defRPr sz="2000">
                <a:solidFill>
                  <a:schemeClr val="tx2"/>
                </a:solidFill>
                <a:latin typeface="+mn-lt"/>
              </a:defRPr>
            </a:lvl1pPr>
          </a:lstStyle>
          <a:p>
            <a:r>
              <a:rPr lang="en-US" dirty="0"/>
              <a:t>Click on the icon to add a graph</a:t>
            </a:r>
            <a:endParaRPr lang="fr-FR" dirty="0"/>
          </a:p>
        </p:txBody>
      </p:sp>
      <p:pic>
        <p:nvPicPr>
          <p:cNvPr id="13" name="Logo AXA" descr="\\Mac\AllFiles\Volumes\DOSSIERS EN COURS\17_1098 AXA_Creation_gabarits\elements\png\new_logo_axa_rgb.png"/>
          <p:cNvPicPr>
            <a:picLocks noChangeAspect="1" noChangeArrowheads="1"/>
          </p:cNvPicPr>
          <p:nvPr userDrawn="1"/>
        </p:nvPicPr>
        <p:blipFill>
          <a:blip r:embed="rId2" cstate="print"/>
          <a:srcRect/>
          <a:stretch>
            <a:fillRect/>
          </a:stretch>
        </p:blipFill>
        <p:spPr bwMode="auto">
          <a:xfrm>
            <a:off x="8881546" y="4877227"/>
            <a:ext cx="176979" cy="177047"/>
          </a:xfrm>
          <a:prstGeom prst="rect">
            <a:avLst/>
          </a:prstGeom>
          <a:noFill/>
          <a:ln w="9525">
            <a:noFill/>
            <a:miter lim="800000"/>
            <a:headEnd/>
            <a:tailEnd/>
          </a:ln>
        </p:spPr>
      </p:pic>
      <p:sp>
        <p:nvSpPr>
          <p:cNvPr id="14" name="Espace réservé de la date 2"/>
          <p:cNvSpPr>
            <a:spLocks noGrp="1"/>
          </p:cNvSpPr>
          <p:nvPr>
            <p:ph type="dt" sz="half" idx="10"/>
          </p:nvPr>
        </p:nvSpPr>
        <p:spPr>
          <a:xfrm>
            <a:off x="500253" y="4906460"/>
            <a:ext cx="2215515" cy="175022"/>
          </a:xfrm>
        </p:spPr>
        <p:txBody>
          <a:bodyPr/>
          <a:lstStyle/>
          <a:p>
            <a:r>
              <a:rPr lang="en-US" noProof="0"/>
              <a:t>Title of the presentation l Date</a:t>
            </a:r>
            <a:endParaRPr lang="en-US" noProof="0" dirty="0"/>
          </a:p>
        </p:txBody>
      </p:sp>
      <p:sp>
        <p:nvSpPr>
          <p:cNvPr id="15" name="Espace réservé du pied de page 3"/>
          <p:cNvSpPr>
            <a:spLocks noGrp="1"/>
          </p:cNvSpPr>
          <p:nvPr>
            <p:ph type="ftr" sz="quarter" idx="19"/>
          </p:nvPr>
        </p:nvSpPr>
        <p:spPr>
          <a:xfrm>
            <a:off x="3326957" y="4906460"/>
            <a:ext cx="2474912" cy="175022"/>
          </a:xfrm>
        </p:spPr>
        <p:txBody>
          <a:bodyPr/>
          <a:lstStyle/>
          <a:p>
            <a:r>
              <a:rPr lang="en-US" noProof="0"/>
              <a:t>CONFIDENTIALITY LEVEL</a:t>
            </a:r>
            <a:endParaRPr lang="en-US" noProof="0" dirty="0"/>
          </a:p>
        </p:txBody>
      </p:sp>
    </p:spTree>
    <p:extLst>
      <p:ext uri="{BB962C8B-B14F-4D97-AF65-F5344CB8AC3E}">
        <p14:creationId xmlns:p14="http://schemas.microsoft.com/office/powerpoint/2010/main" val="130335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istogram x4">
    <p:spTree>
      <p:nvGrpSpPr>
        <p:cNvPr id="1" name=""/>
        <p:cNvGrpSpPr/>
        <p:nvPr/>
      </p:nvGrpSpPr>
      <p:grpSpPr>
        <a:xfrm>
          <a:off x="0" y="0"/>
          <a:ext cx="0" cy="0"/>
          <a:chOff x="0" y="0"/>
          <a:chExt cx="0" cy="0"/>
        </a:xfrm>
      </p:grpSpPr>
      <p:sp>
        <p:nvSpPr>
          <p:cNvPr id="11"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2" name="Espace réservé du texte 4"/>
          <p:cNvSpPr>
            <a:spLocks noGrp="1"/>
          </p:cNvSpPr>
          <p:nvPr>
            <p:ph type="body" sz="quarter" idx="11"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Source Sans Pro" pitchFamily="34" charset="0"/>
                <a:cs typeface="Arial" pitchFamily="34" charset="0"/>
              </a:defRPr>
            </a:lvl1pPr>
          </a:lstStyle>
          <a:p>
            <a:r>
              <a:rPr lang="en-US" dirty="0"/>
              <a:t>Subtitle or next title (optional)</a:t>
            </a:r>
          </a:p>
        </p:txBody>
      </p:sp>
      <p:sp>
        <p:nvSpPr>
          <p:cNvPr id="3" name="Espace réservé du texte 2"/>
          <p:cNvSpPr>
            <a:spLocks noGrp="1"/>
          </p:cNvSpPr>
          <p:nvPr>
            <p:ph type="body" sz="quarter" idx="12" hasCustomPrompt="1"/>
          </p:nvPr>
        </p:nvSpPr>
        <p:spPr>
          <a:xfrm>
            <a:off x="233997" y="1230406"/>
            <a:ext cx="41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16" name="Espace réservé du texte 2"/>
          <p:cNvSpPr>
            <a:spLocks noGrp="1"/>
          </p:cNvSpPr>
          <p:nvPr>
            <p:ph type="body" sz="quarter" idx="14" hasCustomPrompt="1"/>
          </p:nvPr>
        </p:nvSpPr>
        <p:spPr>
          <a:xfrm>
            <a:off x="233997" y="1444719"/>
            <a:ext cx="41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4" name="Espace réservé du graphique 3"/>
          <p:cNvSpPr>
            <a:spLocks noGrp="1"/>
          </p:cNvSpPr>
          <p:nvPr>
            <p:ph type="chart" sz="quarter" idx="15" hasCustomPrompt="1"/>
          </p:nvPr>
        </p:nvSpPr>
        <p:spPr>
          <a:xfrm>
            <a:off x="233997" y="1778794"/>
            <a:ext cx="4140000" cy="1150144"/>
          </a:xfrm>
          <a:prstGeom prst="rect">
            <a:avLst/>
          </a:prstGeom>
        </p:spPr>
        <p:txBody>
          <a:bodyPr anchor="ctr"/>
          <a:lstStyle>
            <a:lvl1pPr marL="0" indent="0" algn="ctr">
              <a:buFontTx/>
              <a:buNone/>
              <a:defRPr sz="2000">
                <a:solidFill>
                  <a:schemeClr val="tx2"/>
                </a:solidFill>
                <a:latin typeface="+mn-lt"/>
              </a:defRPr>
            </a:lvl1pPr>
          </a:lstStyle>
          <a:p>
            <a:r>
              <a:rPr lang="en-US" dirty="0"/>
              <a:t>Click on the icon to add a graph</a:t>
            </a:r>
          </a:p>
        </p:txBody>
      </p:sp>
      <p:sp>
        <p:nvSpPr>
          <p:cNvPr id="22" name="Espace réservé du texte 2"/>
          <p:cNvSpPr>
            <a:spLocks noGrp="1"/>
          </p:cNvSpPr>
          <p:nvPr>
            <p:ph type="body" sz="quarter" idx="16" hasCustomPrompt="1"/>
          </p:nvPr>
        </p:nvSpPr>
        <p:spPr>
          <a:xfrm>
            <a:off x="4611357" y="1230406"/>
            <a:ext cx="41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23" name="Espace réservé du texte 2"/>
          <p:cNvSpPr>
            <a:spLocks noGrp="1"/>
          </p:cNvSpPr>
          <p:nvPr>
            <p:ph type="body" sz="quarter" idx="17" hasCustomPrompt="1"/>
          </p:nvPr>
        </p:nvSpPr>
        <p:spPr>
          <a:xfrm>
            <a:off x="4611357" y="1444719"/>
            <a:ext cx="41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24" name="Espace réservé du graphique 3"/>
          <p:cNvSpPr>
            <a:spLocks noGrp="1"/>
          </p:cNvSpPr>
          <p:nvPr>
            <p:ph type="chart" sz="quarter" idx="18" hasCustomPrompt="1"/>
          </p:nvPr>
        </p:nvSpPr>
        <p:spPr>
          <a:xfrm>
            <a:off x="4611357" y="1778794"/>
            <a:ext cx="4140000" cy="1150144"/>
          </a:xfrm>
          <a:prstGeom prst="rect">
            <a:avLst/>
          </a:prstGeom>
        </p:spPr>
        <p:txBody>
          <a:bodyPr anchor="ctr"/>
          <a:lstStyle>
            <a:lvl1pPr marL="0" indent="0" algn="ctr">
              <a:buFontTx/>
              <a:buNone/>
              <a:defRPr sz="2000">
                <a:solidFill>
                  <a:schemeClr val="tx2"/>
                </a:solidFill>
                <a:latin typeface="+mn-lt"/>
              </a:defRPr>
            </a:lvl1pPr>
          </a:lstStyle>
          <a:p>
            <a:r>
              <a:rPr lang="en-US" dirty="0"/>
              <a:t>Click on the icon to add a graph</a:t>
            </a:r>
          </a:p>
        </p:txBody>
      </p:sp>
      <p:sp>
        <p:nvSpPr>
          <p:cNvPr id="13" name="Espace réservé du texte 2"/>
          <p:cNvSpPr>
            <a:spLocks noGrp="1"/>
          </p:cNvSpPr>
          <p:nvPr>
            <p:ph type="body" sz="quarter" idx="19" hasCustomPrompt="1"/>
          </p:nvPr>
        </p:nvSpPr>
        <p:spPr>
          <a:xfrm>
            <a:off x="233997" y="3073494"/>
            <a:ext cx="41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14" name="Espace réservé du texte 2"/>
          <p:cNvSpPr>
            <a:spLocks noGrp="1"/>
          </p:cNvSpPr>
          <p:nvPr>
            <p:ph type="body" sz="quarter" idx="20" hasCustomPrompt="1"/>
          </p:nvPr>
        </p:nvSpPr>
        <p:spPr>
          <a:xfrm>
            <a:off x="233997" y="3287807"/>
            <a:ext cx="41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15" name="Espace réservé du graphique 3"/>
          <p:cNvSpPr>
            <a:spLocks noGrp="1"/>
          </p:cNvSpPr>
          <p:nvPr>
            <p:ph type="chart" sz="quarter" idx="21" hasCustomPrompt="1"/>
          </p:nvPr>
        </p:nvSpPr>
        <p:spPr>
          <a:xfrm>
            <a:off x="233997" y="3621882"/>
            <a:ext cx="4140000" cy="1150144"/>
          </a:xfrm>
          <a:prstGeom prst="rect">
            <a:avLst/>
          </a:prstGeom>
        </p:spPr>
        <p:txBody>
          <a:bodyPr anchor="ctr"/>
          <a:lstStyle>
            <a:lvl1pPr marL="0" indent="0" algn="ctr">
              <a:buFontTx/>
              <a:buNone/>
              <a:defRPr sz="2000">
                <a:solidFill>
                  <a:schemeClr val="tx2"/>
                </a:solidFill>
                <a:latin typeface="+mn-lt"/>
              </a:defRPr>
            </a:lvl1pPr>
          </a:lstStyle>
          <a:p>
            <a:r>
              <a:rPr lang="en-US" dirty="0"/>
              <a:t>Click on the icon to add a graph</a:t>
            </a:r>
          </a:p>
        </p:txBody>
      </p:sp>
      <p:sp>
        <p:nvSpPr>
          <p:cNvPr id="17" name="Espace réservé du texte 2"/>
          <p:cNvSpPr>
            <a:spLocks noGrp="1"/>
          </p:cNvSpPr>
          <p:nvPr>
            <p:ph type="body" sz="quarter" idx="22" hasCustomPrompt="1"/>
          </p:nvPr>
        </p:nvSpPr>
        <p:spPr>
          <a:xfrm>
            <a:off x="4611357" y="3073494"/>
            <a:ext cx="41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18" name="Espace réservé du texte 2"/>
          <p:cNvSpPr>
            <a:spLocks noGrp="1"/>
          </p:cNvSpPr>
          <p:nvPr>
            <p:ph type="body" sz="quarter" idx="23" hasCustomPrompt="1"/>
          </p:nvPr>
        </p:nvSpPr>
        <p:spPr>
          <a:xfrm>
            <a:off x="4611357" y="3287807"/>
            <a:ext cx="41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19" name="Espace réservé du graphique 3"/>
          <p:cNvSpPr>
            <a:spLocks noGrp="1"/>
          </p:cNvSpPr>
          <p:nvPr>
            <p:ph type="chart" sz="quarter" idx="24" hasCustomPrompt="1"/>
          </p:nvPr>
        </p:nvSpPr>
        <p:spPr>
          <a:xfrm>
            <a:off x="4611357" y="3621882"/>
            <a:ext cx="4140000" cy="1150144"/>
          </a:xfrm>
          <a:prstGeom prst="rect">
            <a:avLst/>
          </a:prstGeom>
        </p:spPr>
        <p:txBody>
          <a:bodyPr anchor="ctr"/>
          <a:lstStyle>
            <a:lvl1pPr marL="0" indent="0" algn="ctr">
              <a:buFontTx/>
              <a:buNone/>
              <a:defRPr sz="2000">
                <a:solidFill>
                  <a:schemeClr val="tx2"/>
                </a:solidFill>
                <a:latin typeface="+mn-lt"/>
              </a:defRPr>
            </a:lvl1pPr>
          </a:lstStyle>
          <a:p>
            <a:r>
              <a:rPr lang="en-US" dirty="0"/>
              <a:t>Click on the icon to add a graph</a:t>
            </a:r>
          </a:p>
        </p:txBody>
      </p:sp>
      <p:pic>
        <p:nvPicPr>
          <p:cNvPr id="20" name="Logo AXA" descr="\\Mac\AllFiles\Volumes\DOSSIERS EN COURS\17_1098 AXA_Creation_gabarits\elements\png\new_logo_axa_rgb.png"/>
          <p:cNvPicPr>
            <a:picLocks noChangeAspect="1" noChangeArrowheads="1"/>
          </p:cNvPicPr>
          <p:nvPr userDrawn="1"/>
        </p:nvPicPr>
        <p:blipFill>
          <a:blip r:embed="rId2" cstate="print"/>
          <a:srcRect/>
          <a:stretch>
            <a:fillRect/>
          </a:stretch>
        </p:blipFill>
        <p:spPr bwMode="auto">
          <a:xfrm>
            <a:off x="8881546" y="4877227"/>
            <a:ext cx="176979" cy="177047"/>
          </a:xfrm>
          <a:prstGeom prst="rect">
            <a:avLst/>
          </a:prstGeom>
          <a:noFill/>
          <a:ln w="9525">
            <a:noFill/>
            <a:miter lim="800000"/>
            <a:headEnd/>
            <a:tailEnd/>
          </a:ln>
        </p:spPr>
      </p:pic>
      <p:sp>
        <p:nvSpPr>
          <p:cNvPr id="21" name="Espace réservé de la date 2"/>
          <p:cNvSpPr>
            <a:spLocks noGrp="1"/>
          </p:cNvSpPr>
          <p:nvPr>
            <p:ph type="dt" sz="half" idx="10"/>
          </p:nvPr>
        </p:nvSpPr>
        <p:spPr>
          <a:xfrm>
            <a:off x="500253" y="4906460"/>
            <a:ext cx="2215515" cy="175022"/>
          </a:xfrm>
        </p:spPr>
        <p:txBody>
          <a:bodyPr/>
          <a:lstStyle/>
          <a:p>
            <a:r>
              <a:rPr lang="en-US" noProof="0"/>
              <a:t>Title of the presentation l Date</a:t>
            </a:r>
            <a:endParaRPr lang="en-US" noProof="0" dirty="0"/>
          </a:p>
        </p:txBody>
      </p:sp>
      <p:sp>
        <p:nvSpPr>
          <p:cNvPr id="25" name="Espace réservé du pied de page 3"/>
          <p:cNvSpPr>
            <a:spLocks noGrp="1"/>
          </p:cNvSpPr>
          <p:nvPr>
            <p:ph type="ftr" sz="quarter" idx="25"/>
          </p:nvPr>
        </p:nvSpPr>
        <p:spPr>
          <a:xfrm>
            <a:off x="3326957" y="4906460"/>
            <a:ext cx="2474912" cy="175022"/>
          </a:xfrm>
        </p:spPr>
        <p:txBody>
          <a:bodyPr/>
          <a:lstStyle/>
          <a:p>
            <a:r>
              <a:rPr lang="en-US" noProof="0"/>
              <a:t>CONFIDENTIALITY LEVEL</a:t>
            </a:r>
            <a:endParaRPr lang="en-US" noProof="0" dirty="0"/>
          </a:p>
        </p:txBody>
      </p:sp>
    </p:spTree>
    <p:extLst>
      <p:ext uri="{BB962C8B-B14F-4D97-AF65-F5344CB8AC3E}">
        <p14:creationId xmlns:p14="http://schemas.microsoft.com/office/powerpoint/2010/main" val="2415503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e chart">
    <p:spTree>
      <p:nvGrpSpPr>
        <p:cNvPr id="1" name=""/>
        <p:cNvGrpSpPr/>
        <p:nvPr/>
      </p:nvGrpSpPr>
      <p:grpSpPr>
        <a:xfrm>
          <a:off x="0" y="0"/>
          <a:ext cx="0" cy="0"/>
          <a:chOff x="0" y="0"/>
          <a:chExt cx="0" cy="0"/>
        </a:xfrm>
      </p:grpSpPr>
      <p:sp>
        <p:nvSpPr>
          <p:cNvPr id="11"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2" name="Espace réservé du texte 4"/>
          <p:cNvSpPr>
            <a:spLocks noGrp="1"/>
          </p:cNvSpPr>
          <p:nvPr>
            <p:ph type="body" sz="quarter" idx="11"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Source Sans Pro" pitchFamily="34" charset="0"/>
                <a:cs typeface="Arial" pitchFamily="34" charset="0"/>
              </a:defRPr>
            </a:lvl1pPr>
          </a:lstStyle>
          <a:p>
            <a:pPr lvl="0"/>
            <a:r>
              <a:rPr lang="en-US" noProof="0" dirty="0"/>
              <a:t>Subtitle or next title (optional)</a:t>
            </a:r>
          </a:p>
        </p:txBody>
      </p:sp>
      <p:sp>
        <p:nvSpPr>
          <p:cNvPr id="3" name="Espace réservé du texte 2"/>
          <p:cNvSpPr>
            <a:spLocks noGrp="1"/>
          </p:cNvSpPr>
          <p:nvPr>
            <p:ph type="body" sz="quarter" idx="12" hasCustomPrompt="1"/>
          </p:nvPr>
        </p:nvSpPr>
        <p:spPr>
          <a:xfrm>
            <a:off x="233997" y="1230406"/>
            <a:ext cx="3240000" cy="212632"/>
          </a:xfrm>
          <a:prstGeom prst="rect">
            <a:avLst/>
          </a:prstGeom>
        </p:spPr>
        <p:txBody>
          <a:bodyPr lIns="0" tIns="0" rIns="0" bIns="0"/>
          <a:lstStyle>
            <a:lvl1pPr marL="0" indent="0">
              <a:buNone/>
              <a:defRPr sz="1600">
                <a:solidFill>
                  <a:schemeClr val="tx2"/>
                </a:solidFill>
                <a:latin typeface="+mn-lt"/>
              </a:defRPr>
            </a:lvl1pPr>
            <a:lvl2pPr marL="0" indent="0">
              <a:buNone/>
              <a:defRPr sz="1200">
                <a:solidFill>
                  <a:schemeClr val="tx2"/>
                </a:solidFill>
                <a:latin typeface="+mn-lt"/>
              </a:defRPr>
            </a:lvl2pPr>
          </a:lstStyle>
          <a:p>
            <a:pPr lvl="0"/>
            <a:r>
              <a:rPr lang="en-US" dirty="0"/>
              <a:t>Chart title</a:t>
            </a:r>
          </a:p>
        </p:txBody>
      </p:sp>
      <p:sp>
        <p:nvSpPr>
          <p:cNvPr id="16" name="Espace réservé du texte 2"/>
          <p:cNvSpPr>
            <a:spLocks noGrp="1"/>
          </p:cNvSpPr>
          <p:nvPr>
            <p:ph type="body" sz="quarter" idx="14" hasCustomPrompt="1"/>
          </p:nvPr>
        </p:nvSpPr>
        <p:spPr>
          <a:xfrm>
            <a:off x="233997" y="1444719"/>
            <a:ext cx="3240000" cy="234063"/>
          </a:xfrm>
          <a:prstGeom prst="rect">
            <a:avLst/>
          </a:prstGeom>
        </p:spPr>
        <p:txBody>
          <a:bodyPr lIns="0" tIns="0" rIns="0" bIns="0"/>
          <a:lstStyle>
            <a:lvl1pPr marL="0" indent="0">
              <a:buNone/>
              <a:defRPr sz="1100">
                <a:solidFill>
                  <a:schemeClr val="tx2"/>
                </a:solidFill>
                <a:latin typeface="+mn-lt"/>
              </a:defRPr>
            </a:lvl1pPr>
            <a:lvl2pPr marL="0" indent="0">
              <a:buNone/>
              <a:defRPr sz="1200">
                <a:solidFill>
                  <a:schemeClr val="tx2"/>
                </a:solidFill>
                <a:latin typeface="+mn-lt"/>
              </a:defRPr>
            </a:lvl2pPr>
          </a:lstStyle>
          <a:p>
            <a:pPr lvl="0"/>
            <a:r>
              <a:rPr lang="en-US" dirty="0"/>
              <a:t>Chart subtitle</a:t>
            </a:r>
          </a:p>
        </p:txBody>
      </p:sp>
      <p:sp>
        <p:nvSpPr>
          <p:cNvPr id="4" name="Espace réservé du graphique 3"/>
          <p:cNvSpPr>
            <a:spLocks noGrp="1"/>
          </p:cNvSpPr>
          <p:nvPr>
            <p:ph type="chart" sz="quarter" idx="15" hasCustomPrompt="1"/>
          </p:nvPr>
        </p:nvSpPr>
        <p:spPr>
          <a:xfrm>
            <a:off x="233997" y="1778794"/>
            <a:ext cx="3240000" cy="2430000"/>
          </a:xfrm>
          <a:prstGeom prst="rect">
            <a:avLst/>
          </a:prstGeom>
        </p:spPr>
        <p:txBody>
          <a:bodyPr anchor="ctr"/>
          <a:lstStyle>
            <a:lvl1pPr marL="0" indent="0" algn="ctr">
              <a:buFontTx/>
              <a:buNone/>
              <a:defRPr sz="2000" baseline="0">
                <a:solidFill>
                  <a:schemeClr val="tx2"/>
                </a:solidFill>
                <a:latin typeface="+mn-lt"/>
              </a:defRPr>
            </a:lvl1pPr>
          </a:lstStyle>
          <a:p>
            <a:r>
              <a:rPr lang="en-US" dirty="0"/>
              <a:t>Click on</a:t>
            </a:r>
          </a:p>
          <a:p>
            <a:r>
              <a:rPr lang="en-US" dirty="0"/>
              <a:t> the icon to add a graph</a:t>
            </a:r>
            <a:endParaRPr lang="fr-FR" dirty="0"/>
          </a:p>
        </p:txBody>
      </p:sp>
      <p:sp>
        <p:nvSpPr>
          <p:cNvPr id="5" name="Espace réservé du texte 4"/>
          <p:cNvSpPr>
            <a:spLocks noGrp="1"/>
          </p:cNvSpPr>
          <p:nvPr>
            <p:ph type="body" sz="quarter" idx="16" hasCustomPrompt="1"/>
          </p:nvPr>
        </p:nvSpPr>
        <p:spPr>
          <a:xfrm>
            <a:off x="3796367" y="1889523"/>
            <a:ext cx="4359275" cy="2620565"/>
          </a:xfrm>
          <a:prstGeom prst="rect">
            <a:avLst/>
          </a:prstGeom>
        </p:spPr>
        <p:txBody>
          <a:bodyPr lIns="0" tIns="0" rIns="0" bIns="0"/>
          <a:lstStyle>
            <a:lvl1pPr marL="341345" indent="-341345">
              <a:buSzPct val="120000"/>
              <a:buFontTx/>
              <a:buBlip>
                <a:blip r:embed="rId2"/>
              </a:buBlip>
              <a:defRPr sz="1600">
                <a:latin typeface="+mj-lt"/>
              </a:defRPr>
            </a:lvl1pPr>
          </a:lstStyle>
          <a:p>
            <a:pPr lvl="0"/>
            <a:r>
              <a:rPr lang="en-US" dirty="0"/>
              <a:t>Click to add text</a:t>
            </a:r>
            <a:endParaRPr lang="fr-FR" dirty="0"/>
          </a:p>
        </p:txBody>
      </p:sp>
      <p:pic>
        <p:nvPicPr>
          <p:cNvPr id="13" name="Logo AXA" descr="\\Mac\AllFiles\Volumes\DOSSIERS EN COURS\17_1098 AXA_Creation_gabarits\elements\png\new_logo_axa_rgb.png"/>
          <p:cNvPicPr>
            <a:picLocks noChangeAspect="1" noChangeArrowheads="1"/>
          </p:cNvPicPr>
          <p:nvPr userDrawn="1"/>
        </p:nvPicPr>
        <p:blipFill>
          <a:blip r:embed="rId3" cstate="print"/>
          <a:srcRect/>
          <a:stretch>
            <a:fillRect/>
          </a:stretch>
        </p:blipFill>
        <p:spPr bwMode="auto">
          <a:xfrm>
            <a:off x="8881546" y="4877227"/>
            <a:ext cx="176979" cy="177047"/>
          </a:xfrm>
          <a:prstGeom prst="rect">
            <a:avLst/>
          </a:prstGeom>
          <a:noFill/>
          <a:ln w="9525">
            <a:noFill/>
            <a:miter lim="800000"/>
            <a:headEnd/>
            <a:tailEnd/>
          </a:ln>
        </p:spPr>
      </p:pic>
      <p:sp>
        <p:nvSpPr>
          <p:cNvPr id="14" name="Espace réservé de la date 2"/>
          <p:cNvSpPr>
            <a:spLocks noGrp="1"/>
          </p:cNvSpPr>
          <p:nvPr>
            <p:ph type="dt" sz="half" idx="10"/>
          </p:nvPr>
        </p:nvSpPr>
        <p:spPr>
          <a:xfrm>
            <a:off x="500253" y="4906460"/>
            <a:ext cx="2215515" cy="175022"/>
          </a:xfrm>
        </p:spPr>
        <p:txBody>
          <a:bodyPr/>
          <a:lstStyle/>
          <a:p>
            <a:r>
              <a:rPr lang="en-US" noProof="0"/>
              <a:t>Title of the presentation l Date</a:t>
            </a:r>
            <a:endParaRPr lang="en-US" noProof="0" dirty="0"/>
          </a:p>
        </p:txBody>
      </p:sp>
      <p:sp>
        <p:nvSpPr>
          <p:cNvPr id="15" name="Espace réservé du pied de page 3"/>
          <p:cNvSpPr>
            <a:spLocks noGrp="1"/>
          </p:cNvSpPr>
          <p:nvPr>
            <p:ph type="ftr" sz="quarter" idx="17"/>
          </p:nvPr>
        </p:nvSpPr>
        <p:spPr>
          <a:xfrm>
            <a:off x="3326957" y="4906460"/>
            <a:ext cx="2474912" cy="175022"/>
          </a:xfrm>
        </p:spPr>
        <p:txBody>
          <a:bodyPr/>
          <a:lstStyle/>
          <a:p>
            <a:r>
              <a:rPr lang="en-US" noProof="0"/>
              <a:t>CONFIDENTIALITY LEVEL</a:t>
            </a:r>
            <a:endParaRPr lang="en-US" noProof="0" dirty="0"/>
          </a:p>
        </p:txBody>
      </p:sp>
    </p:spTree>
    <p:extLst>
      <p:ext uri="{BB962C8B-B14F-4D97-AF65-F5344CB8AC3E}">
        <p14:creationId xmlns:p14="http://schemas.microsoft.com/office/powerpoint/2010/main" val="256189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3 blocs">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r>
              <a:rPr lang="en-US" noProof="0"/>
              <a:t>Title of the presentation l Date</a:t>
            </a:r>
            <a:endParaRPr lang="en-US" noProof="0" dirty="0"/>
          </a:p>
        </p:txBody>
      </p:sp>
      <p:sp>
        <p:nvSpPr>
          <p:cNvPr id="4" name="Espace réservé du pied de page 3"/>
          <p:cNvSpPr>
            <a:spLocks noGrp="1"/>
          </p:cNvSpPr>
          <p:nvPr>
            <p:ph type="ftr" sz="quarter" idx="11"/>
          </p:nvPr>
        </p:nvSpPr>
        <p:spPr/>
        <p:txBody>
          <a:bodyPr/>
          <a:lstStyle/>
          <a:p>
            <a:r>
              <a:rPr lang="en-US" noProof="0"/>
              <a:t>CONFIDENTIALITY LEVEL</a:t>
            </a:r>
            <a:endParaRPr lang="en-US" noProof="0" dirty="0"/>
          </a:p>
        </p:txBody>
      </p:sp>
      <p:sp>
        <p:nvSpPr>
          <p:cNvPr id="20" name="Espace réservé du texte 19"/>
          <p:cNvSpPr>
            <a:spLocks noGrp="1"/>
          </p:cNvSpPr>
          <p:nvPr>
            <p:ph type="body" sz="quarter" idx="14" hasCustomPrompt="1"/>
          </p:nvPr>
        </p:nvSpPr>
        <p:spPr>
          <a:xfrm>
            <a:off x="396000" y="1223684"/>
            <a:ext cx="2520950" cy="1080000"/>
          </a:xfrm>
          <a:prstGeom prst="rect">
            <a:avLst/>
          </a:prstGeom>
          <a:ln w="19050">
            <a:solidFill>
              <a:schemeClr val="accent1"/>
            </a:solidFill>
          </a:ln>
        </p:spPr>
        <p:txBody>
          <a:bodyPr anchor="ctr"/>
          <a:lstStyle>
            <a:lvl1pPr marL="0" indent="0" algn="ctr">
              <a:buNone/>
              <a:defRPr sz="1600">
                <a:solidFill>
                  <a:schemeClr val="accent1"/>
                </a:solidFill>
                <a:latin typeface="+mn-lt"/>
              </a:defRPr>
            </a:lvl1pPr>
          </a:lstStyle>
          <a:p>
            <a:pPr lvl="0"/>
            <a:r>
              <a:rPr lang="en-US" dirty="0"/>
              <a:t>CLICK TO ADD TEXT</a:t>
            </a:r>
            <a:endParaRPr lang="fr-FR" dirty="0"/>
          </a:p>
        </p:txBody>
      </p:sp>
      <p:sp>
        <p:nvSpPr>
          <p:cNvPr id="21" name="Espace réservé du texte 19"/>
          <p:cNvSpPr>
            <a:spLocks noGrp="1"/>
          </p:cNvSpPr>
          <p:nvPr>
            <p:ph type="body" sz="quarter" idx="15" hasCustomPrompt="1"/>
          </p:nvPr>
        </p:nvSpPr>
        <p:spPr>
          <a:xfrm>
            <a:off x="3312000" y="1223684"/>
            <a:ext cx="2520950" cy="1080000"/>
          </a:xfrm>
          <a:prstGeom prst="rect">
            <a:avLst/>
          </a:prstGeom>
          <a:ln w="19050">
            <a:solidFill>
              <a:schemeClr val="accent1"/>
            </a:solidFill>
          </a:ln>
        </p:spPr>
        <p:txBody>
          <a:bodyPr anchor="ctr"/>
          <a:lstStyle>
            <a:lvl1pPr marL="0" indent="0" algn="ctr">
              <a:buNone/>
              <a:defRPr sz="1600">
                <a:solidFill>
                  <a:schemeClr val="accent1"/>
                </a:solidFill>
                <a:latin typeface="+mn-lt"/>
              </a:defRPr>
            </a:lvl1pPr>
          </a:lstStyle>
          <a:p>
            <a:pPr lvl="0"/>
            <a:r>
              <a:rPr lang="en-US" dirty="0"/>
              <a:t>CLICK TO ADD TEXT</a:t>
            </a:r>
          </a:p>
        </p:txBody>
      </p:sp>
      <p:sp>
        <p:nvSpPr>
          <p:cNvPr id="22" name="Espace réservé du texte 19"/>
          <p:cNvSpPr>
            <a:spLocks noGrp="1"/>
          </p:cNvSpPr>
          <p:nvPr>
            <p:ph type="body" sz="quarter" idx="16" hasCustomPrompt="1"/>
          </p:nvPr>
        </p:nvSpPr>
        <p:spPr>
          <a:xfrm>
            <a:off x="6227050" y="1223684"/>
            <a:ext cx="2520950" cy="1080000"/>
          </a:xfrm>
          <a:prstGeom prst="rect">
            <a:avLst/>
          </a:prstGeom>
          <a:ln w="19050">
            <a:solidFill>
              <a:schemeClr val="accent1"/>
            </a:solidFill>
          </a:ln>
        </p:spPr>
        <p:txBody>
          <a:bodyPr anchor="ctr"/>
          <a:lstStyle>
            <a:lvl1pPr marL="0" indent="0" algn="ctr">
              <a:buNone/>
              <a:defRPr sz="1600">
                <a:solidFill>
                  <a:schemeClr val="accent1"/>
                </a:solidFill>
                <a:latin typeface="+mn-lt"/>
              </a:defRPr>
            </a:lvl1pPr>
          </a:lstStyle>
          <a:p>
            <a:pPr lvl="0"/>
            <a:r>
              <a:rPr lang="en-US" dirty="0"/>
              <a:t>CLICK TO ADD TEXT</a:t>
            </a:r>
          </a:p>
        </p:txBody>
      </p:sp>
      <p:sp>
        <p:nvSpPr>
          <p:cNvPr id="25" name="Espace réservé du texte 24"/>
          <p:cNvSpPr>
            <a:spLocks noGrp="1"/>
          </p:cNvSpPr>
          <p:nvPr>
            <p:ph type="body" sz="quarter" idx="17" hasCustomPrompt="1"/>
          </p:nvPr>
        </p:nvSpPr>
        <p:spPr>
          <a:xfrm>
            <a:off x="396000" y="2447365"/>
            <a:ext cx="2520000" cy="1218009"/>
          </a:xfrm>
          <a:prstGeom prst="rect">
            <a:avLst/>
          </a:prstGeom>
        </p:spPr>
        <p:txBody>
          <a:bodyPr lIns="0" tIns="0" rIns="0" bIns="0"/>
          <a:lstStyle>
            <a:lvl1pPr marL="266700" indent="-266700">
              <a:buSzPct val="120000"/>
              <a:buFontTx/>
              <a:buBlip>
                <a:blip r:embed="rId2"/>
              </a:buBlip>
              <a:defRPr sz="1400">
                <a:latin typeface="+mn-lt"/>
              </a:defRPr>
            </a:lvl1pPr>
            <a:lvl2pPr>
              <a:defRPr sz="1400"/>
            </a:lvl2pPr>
            <a:lvl3pPr>
              <a:defRPr sz="1400"/>
            </a:lvl3pPr>
            <a:lvl4pPr>
              <a:defRPr sz="1400"/>
            </a:lvl4pPr>
            <a:lvl5pPr>
              <a:defRPr sz="1400"/>
            </a:lvl5pPr>
          </a:lstStyle>
          <a:p>
            <a:pPr lvl="0"/>
            <a:r>
              <a:rPr lang="en-US" dirty="0"/>
              <a:t>Click to add text</a:t>
            </a:r>
            <a:endParaRPr lang="fr-FR" dirty="0"/>
          </a:p>
        </p:txBody>
      </p:sp>
      <p:sp>
        <p:nvSpPr>
          <p:cNvPr id="30" name="Espace réservé du texte 24"/>
          <p:cNvSpPr>
            <a:spLocks noGrp="1"/>
          </p:cNvSpPr>
          <p:nvPr>
            <p:ph type="body" sz="quarter" idx="18" hasCustomPrompt="1"/>
          </p:nvPr>
        </p:nvSpPr>
        <p:spPr>
          <a:xfrm>
            <a:off x="3312950" y="2447365"/>
            <a:ext cx="2520000" cy="1218009"/>
          </a:xfrm>
          <a:prstGeom prst="rect">
            <a:avLst/>
          </a:prstGeom>
        </p:spPr>
        <p:txBody>
          <a:bodyPr lIns="0" tIns="0" rIns="0" bIns="0"/>
          <a:lstStyle>
            <a:lvl1pPr marL="266700" indent="-266700">
              <a:buSzPct val="120000"/>
              <a:buFontTx/>
              <a:buBlip>
                <a:blip r:embed="rId2"/>
              </a:buBlip>
              <a:defRPr sz="1400">
                <a:latin typeface="+mn-lt"/>
              </a:defRPr>
            </a:lvl1pPr>
            <a:lvl2pPr>
              <a:defRPr sz="1400"/>
            </a:lvl2pPr>
            <a:lvl3pPr>
              <a:defRPr sz="1400"/>
            </a:lvl3pPr>
            <a:lvl4pPr>
              <a:defRPr sz="1400"/>
            </a:lvl4pPr>
            <a:lvl5pPr>
              <a:defRPr sz="1400"/>
            </a:lvl5pPr>
          </a:lstStyle>
          <a:p>
            <a:pPr lvl="0"/>
            <a:r>
              <a:rPr lang="en-US" dirty="0"/>
              <a:t>Click to add text</a:t>
            </a:r>
            <a:endParaRPr lang="fr-FR" dirty="0"/>
          </a:p>
        </p:txBody>
      </p:sp>
      <p:sp>
        <p:nvSpPr>
          <p:cNvPr id="31" name="Espace réservé du texte 24"/>
          <p:cNvSpPr>
            <a:spLocks noGrp="1"/>
          </p:cNvSpPr>
          <p:nvPr>
            <p:ph type="body" sz="quarter" idx="19" hasCustomPrompt="1"/>
          </p:nvPr>
        </p:nvSpPr>
        <p:spPr>
          <a:xfrm>
            <a:off x="6228000" y="2447365"/>
            <a:ext cx="2520000" cy="1218009"/>
          </a:xfrm>
          <a:prstGeom prst="rect">
            <a:avLst/>
          </a:prstGeom>
        </p:spPr>
        <p:txBody>
          <a:bodyPr lIns="0" tIns="0" rIns="0" bIns="0"/>
          <a:lstStyle>
            <a:lvl1pPr marL="266700" indent="-266700">
              <a:buSzPct val="120000"/>
              <a:buFontTx/>
              <a:buBlip>
                <a:blip r:embed="rId2"/>
              </a:buBlip>
              <a:defRPr sz="1400">
                <a:latin typeface="+mn-lt"/>
              </a:defRPr>
            </a:lvl1pPr>
            <a:lvl2pPr>
              <a:defRPr sz="1400"/>
            </a:lvl2pPr>
            <a:lvl3pPr>
              <a:defRPr sz="1400"/>
            </a:lvl3pPr>
            <a:lvl4pPr>
              <a:defRPr sz="1400"/>
            </a:lvl4pPr>
            <a:lvl5pPr>
              <a:defRPr sz="1400"/>
            </a:lvl5pPr>
          </a:lstStyle>
          <a:p>
            <a:pPr lvl="0"/>
            <a:r>
              <a:rPr lang="en-US" dirty="0"/>
              <a:t>Click to add text</a:t>
            </a:r>
            <a:endParaRPr lang="fr-FR" dirty="0"/>
          </a:p>
        </p:txBody>
      </p:sp>
      <p:pic>
        <p:nvPicPr>
          <p:cNvPr id="12" name="Logo AXA" descr="\\Mac\AllFiles\Volumes\DOSSIERS EN COURS\17_1098 AXA_Creation_gabarits\elements\png\new_logo_axa_rgb.png"/>
          <p:cNvPicPr>
            <a:picLocks noChangeAspect="1" noChangeArrowheads="1"/>
          </p:cNvPicPr>
          <p:nvPr userDrawn="1"/>
        </p:nvPicPr>
        <p:blipFill>
          <a:blip r:embed="rId3" cstate="print"/>
          <a:srcRect/>
          <a:stretch>
            <a:fillRect/>
          </a:stretch>
        </p:blipFill>
        <p:spPr bwMode="auto">
          <a:xfrm>
            <a:off x="8881546" y="4877227"/>
            <a:ext cx="176979" cy="177047"/>
          </a:xfrm>
          <a:prstGeom prst="rect">
            <a:avLst/>
          </a:prstGeom>
          <a:noFill/>
          <a:ln w="9525">
            <a:noFill/>
            <a:miter lim="800000"/>
            <a:headEnd/>
            <a:tailEnd/>
          </a:ln>
        </p:spPr>
      </p:pic>
      <p:sp>
        <p:nvSpPr>
          <p:cNvPr id="13"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5" name="Espace réservé du texte 4"/>
          <p:cNvSpPr>
            <a:spLocks noGrp="1"/>
          </p:cNvSpPr>
          <p:nvPr>
            <p:ph type="body" sz="quarter" idx="20"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mn-lt"/>
                <a:cs typeface="Arial" pitchFamily="34" charset="0"/>
              </a:defRPr>
            </a:lvl1pPr>
          </a:lstStyle>
          <a:p>
            <a:r>
              <a:rPr lang="en-US" dirty="0"/>
              <a:t>Subtitle or next title (optional)</a:t>
            </a:r>
          </a:p>
        </p:txBody>
      </p:sp>
    </p:spTree>
    <p:extLst>
      <p:ext uri="{BB962C8B-B14F-4D97-AF65-F5344CB8AC3E}">
        <p14:creationId xmlns:p14="http://schemas.microsoft.com/office/powerpoint/2010/main" val="3263516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1 bloc">
    <p:spTree>
      <p:nvGrpSpPr>
        <p:cNvPr id="1" name=""/>
        <p:cNvGrpSpPr/>
        <p:nvPr/>
      </p:nvGrpSpPr>
      <p:grpSpPr>
        <a:xfrm>
          <a:off x="0" y="0"/>
          <a:ext cx="0" cy="0"/>
          <a:chOff x="0" y="0"/>
          <a:chExt cx="0" cy="0"/>
        </a:xfrm>
      </p:grpSpPr>
      <p:sp>
        <p:nvSpPr>
          <p:cNvPr id="23" name="Espace réservé du texte 19"/>
          <p:cNvSpPr>
            <a:spLocks noGrp="1"/>
          </p:cNvSpPr>
          <p:nvPr>
            <p:ph type="body" sz="quarter" idx="17" hasCustomPrompt="1"/>
          </p:nvPr>
        </p:nvSpPr>
        <p:spPr>
          <a:xfrm>
            <a:off x="5564088" y="1478774"/>
            <a:ext cx="3257177" cy="2185953"/>
          </a:xfrm>
          <a:prstGeom prst="rect">
            <a:avLst/>
          </a:prstGeom>
          <a:ln w="19050">
            <a:solidFill>
              <a:schemeClr val="accent1"/>
            </a:solidFill>
          </a:ln>
        </p:spPr>
        <p:txBody>
          <a:bodyPr anchor="ctr"/>
          <a:lstStyle>
            <a:lvl1pPr marL="0" indent="0" algn="ctr">
              <a:buNone/>
              <a:defRPr sz="1600">
                <a:solidFill>
                  <a:schemeClr val="accent1"/>
                </a:solidFill>
                <a:latin typeface="+mn-lt"/>
              </a:defRPr>
            </a:lvl1pPr>
          </a:lstStyle>
          <a:p>
            <a:pPr lvl="0"/>
            <a:r>
              <a:rPr lang="en-US" dirty="0"/>
              <a:t>CLICK TO ADD TEXT</a:t>
            </a:r>
          </a:p>
        </p:txBody>
      </p:sp>
      <p:sp>
        <p:nvSpPr>
          <p:cNvPr id="3" name="Espace réservé de la date 2"/>
          <p:cNvSpPr>
            <a:spLocks noGrp="1"/>
          </p:cNvSpPr>
          <p:nvPr>
            <p:ph type="dt" sz="half" idx="10"/>
          </p:nvPr>
        </p:nvSpPr>
        <p:spPr/>
        <p:txBody>
          <a:bodyPr/>
          <a:lstStyle/>
          <a:p>
            <a:r>
              <a:rPr lang="en-US" noProof="0"/>
              <a:t>Title of the presentation l Date</a:t>
            </a:r>
            <a:endParaRPr lang="en-US" noProof="0" dirty="0"/>
          </a:p>
        </p:txBody>
      </p:sp>
      <p:sp>
        <p:nvSpPr>
          <p:cNvPr id="4" name="Espace réservé du pied de page 3"/>
          <p:cNvSpPr>
            <a:spLocks noGrp="1"/>
          </p:cNvSpPr>
          <p:nvPr>
            <p:ph type="ftr" sz="quarter" idx="11"/>
          </p:nvPr>
        </p:nvSpPr>
        <p:spPr/>
        <p:txBody>
          <a:bodyPr/>
          <a:lstStyle/>
          <a:p>
            <a:r>
              <a:rPr lang="en-US" noProof="0"/>
              <a:t>CONFIDENTIALITY LEVEL</a:t>
            </a:r>
            <a:endParaRPr lang="en-US" noProof="0" dirty="0"/>
          </a:p>
        </p:txBody>
      </p:sp>
      <p:sp>
        <p:nvSpPr>
          <p:cNvPr id="19" name="Espace réservé du texte 4"/>
          <p:cNvSpPr>
            <a:spLocks noGrp="1"/>
          </p:cNvSpPr>
          <p:nvPr>
            <p:ph type="body" sz="quarter" idx="16" hasCustomPrompt="1"/>
          </p:nvPr>
        </p:nvSpPr>
        <p:spPr>
          <a:xfrm>
            <a:off x="234951" y="1478775"/>
            <a:ext cx="4335463" cy="2185952"/>
          </a:xfrm>
          <a:prstGeom prst="rect">
            <a:avLst/>
          </a:prstGeom>
        </p:spPr>
        <p:txBody>
          <a:bodyPr lIns="0" tIns="0" rIns="0" bIns="0" anchor="ctr"/>
          <a:lstStyle>
            <a:lvl1pPr marL="341345" indent="-341345">
              <a:buSzPct val="120000"/>
              <a:buFontTx/>
              <a:buBlip>
                <a:blip r:embed="rId2"/>
              </a:buBlip>
              <a:defRPr sz="1600">
                <a:latin typeface="+mj-lt"/>
              </a:defRPr>
            </a:lvl1pPr>
          </a:lstStyle>
          <a:p>
            <a:pPr lvl="0"/>
            <a:r>
              <a:rPr lang="en-US" dirty="0"/>
              <a:t>Click to add text</a:t>
            </a:r>
            <a:endParaRPr lang="fr-FR" dirty="0"/>
          </a:p>
        </p:txBody>
      </p:sp>
      <p:pic>
        <p:nvPicPr>
          <p:cNvPr id="11" name="Logo AXA" descr="\\Mac\AllFiles\Volumes\DOSSIERS EN COURS\17_1098 AXA_Creation_gabarits\elements\png\new_logo_axa_rgb.png"/>
          <p:cNvPicPr>
            <a:picLocks noChangeAspect="1" noChangeArrowheads="1"/>
          </p:cNvPicPr>
          <p:nvPr userDrawn="1"/>
        </p:nvPicPr>
        <p:blipFill>
          <a:blip r:embed="rId3" cstate="print"/>
          <a:srcRect/>
          <a:stretch>
            <a:fillRect/>
          </a:stretch>
        </p:blipFill>
        <p:spPr bwMode="auto">
          <a:xfrm>
            <a:off x="8881546" y="4877227"/>
            <a:ext cx="176979" cy="177047"/>
          </a:xfrm>
          <a:prstGeom prst="rect">
            <a:avLst/>
          </a:prstGeom>
          <a:noFill/>
          <a:ln w="9525">
            <a:noFill/>
            <a:miter lim="800000"/>
            <a:headEnd/>
            <a:tailEnd/>
          </a:ln>
        </p:spPr>
      </p:pic>
      <p:sp>
        <p:nvSpPr>
          <p:cNvPr id="12"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18" name="Espace réservé du texte 4"/>
          <p:cNvSpPr>
            <a:spLocks noGrp="1"/>
          </p:cNvSpPr>
          <p:nvPr>
            <p:ph type="body" sz="quarter" idx="18"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mn-lt"/>
                <a:cs typeface="Arial" pitchFamily="34" charset="0"/>
              </a:defRPr>
            </a:lvl1pPr>
          </a:lstStyle>
          <a:p>
            <a:r>
              <a:rPr lang="en-US" dirty="0"/>
              <a:t>Subtitle or next title (optional)</a:t>
            </a:r>
          </a:p>
        </p:txBody>
      </p:sp>
      <p:grpSp>
        <p:nvGrpSpPr>
          <p:cNvPr id="20" name="Groupe 5"/>
          <p:cNvGrpSpPr/>
          <p:nvPr userDrawn="1"/>
        </p:nvGrpSpPr>
        <p:grpSpPr>
          <a:xfrm>
            <a:off x="4326923" y="2198769"/>
            <a:ext cx="743595" cy="742788"/>
            <a:chOff x="-1206500" y="1404938"/>
            <a:chExt cx="1463675" cy="1462087"/>
          </a:xfrm>
        </p:grpSpPr>
        <p:sp>
          <p:nvSpPr>
            <p:cNvPr id="21" name="Freeform 5"/>
            <p:cNvSpPr>
              <a:spLocks/>
            </p:cNvSpPr>
            <p:nvPr/>
          </p:nvSpPr>
          <p:spPr bwMode="auto">
            <a:xfrm>
              <a:off x="-1206500" y="1404938"/>
              <a:ext cx="1463675" cy="1462087"/>
            </a:xfrm>
            <a:custGeom>
              <a:avLst/>
              <a:gdLst/>
              <a:ahLst/>
              <a:cxnLst>
                <a:cxn ang="0">
                  <a:pos x="1842" y="969"/>
                </a:cxn>
                <a:cxn ang="0">
                  <a:pos x="1824" y="1107"/>
                </a:cxn>
                <a:cxn ang="0">
                  <a:pos x="1787" y="1237"/>
                </a:cxn>
                <a:cxn ang="0">
                  <a:pos x="1732" y="1361"/>
                </a:cxn>
                <a:cxn ang="0">
                  <a:pos x="1660" y="1473"/>
                </a:cxn>
                <a:cxn ang="0">
                  <a:pos x="1574" y="1572"/>
                </a:cxn>
                <a:cxn ang="0">
                  <a:pos x="1473" y="1660"/>
                </a:cxn>
                <a:cxn ang="0">
                  <a:pos x="1361" y="1731"/>
                </a:cxn>
                <a:cxn ang="0">
                  <a:pos x="1239" y="1787"/>
                </a:cxn>
                <a:cxn ang="0">
                  <a:pos x="1107" y="1824"/>
                </a:cxn>
                <a:cxn ang="0">
                  <a:pos x="969" y="1842"/>
                </a:cxn>
                <a:cxn ang="0">
                  <a:pos x="875" y="1842"/>
                </a:cxn>
                <a:cxn ang="0">
                  <a:pos x="737" y="1824"/>
                </a:cxn>
                <a:cxn ang="0">
                  <a:pos x="605" y="1787"/>
                </a:cxn>
                <a:cxn ang="0">
                  <a:pos x="483" y="1731"/>
                </a:cxn>
                <a:cxn ang="0">
                  <a:pos x="371" y="1660"/>
                </a:cxn>
                <a:cxn ang="0">
                  <a:pos x="270" y="1572"/>
                </a:cxn>
                <a:cxn ang="0">
                  <a:pos x="184" y="1473"/>
                </a:cxn>
                <a:cxn ang="0">
                  <a:pos x="111" y="1361"/>
                </a:cxn>
                <a:cxn ang="0">
                  <a:pos x="55" y="1237"/>
                </a:cxn>
                <a:cxn ang="0">
                  <a:pos x="20" y="1107"/>
                </a:cxn>
                <a:cxn ang="0">
                  <a:pos x="2" y="969"/>
                </a:cxn>
                <a:cxn ang="0">
                  <a:pos x="2" y="873"/>
                </a:cxn>
                <a:cxn ang="0">
                  <a:pos x="20" y="735"/>
                </a:cxn>
                <a:cxn ang="0">
                  <a:pos x="55" y="605"/>
                </a:cxn>
                <a:cxn ang="0">
                  <a:pos x="111" y="481"/>
                </a:cxn>
                <a:cxn ang="0">
                  <a:pos x="184" y="369"/>
                </a:cxn>
                <a:cxn ang="0">
                  <a:pos x="270" y="270"/>
                </a:cxn>
                <a:cxn ang="0">
                  <a:pos x="371" y="182"/>
                </a:cxn>
                <a:cxn ang="0">
                  <a:pos x="483" y="111"/>
                </a:cxn>
                <a:cxn ang="0">
                  <a:pos x="605" y="55"/>
                </a:cxn>
                <a:cxn ang="0">
                  <a:pos x="737" y="18"/>
                </a:cxn>
                <a:cxn ang="0">
                  <a:pos x="875" y="0"/>
                </a:cxn>
                <a:cxn ang="0">
                  <a:pos x="969" y="0"/>
                </a:cxn>
                <a:cxn ang="0">
                  <a:pos x="1107" y="18"/>
                </a:cxn>
                <a:cxn ang="0">
                  <a:pos x="1239" y="55"/>
                </a:cxn>
                <a:cxn ang="0">
                  <a:pos x="1361" y="111"/>
                </a:cxn>
                <a:cxn ang="0">
                  <a:pos x="1473" y="182"/>
                </a:cxn>
                <a:cxn ang="0">
                  <a:pos x="1574" y="270"/>
                </a:cxn>
                <a:cxn ang="0">
                  <a:pos x="1660" y="369"/>
                </a:cxn>
                <a:cxn ang="0">
                  <a:pos x="1732" y="481"/>
                </a:cxn>
                <a:cxn ang="0">
                  <a:pos x="1787" y="605"/>
                </a:cxn>
                <a:cxn ang="0">
                  <a:pos x="1824" y="735"/>
                </a:cxn>
                <a:cxn ang="0">
                  <a:pos x="1842" y="873"/>
                </a:cxn>
              </a:cxnLst>
              <a:rect l="0" t="0" r="r" b="b"/>
              <a:pathLst>
                <a:path w="1844" h="1842">
                  <a:moveTo>
                    <a:pt x="1844" y="922"/>
                  </a:moveTo>
                  <a:lnTo>
                    <a:pt x="1844" y="922"/>
                  </a:lnTo>
                  <a:lnTo>
                    <a:pt x="1842" y="969"/>
                  </a:lnTo>
                  <a:lnTo>
                    <a:pt x="1839" y="1014"/>
                  </a:lnTo>
                  <a:lnTo>
                    <a:pt x="1833" y="1062"/>
                  </a:lnTo>
                  <a:lnTo>
                    <a:pt x="1824" y="1107"/>
                  </a:lnTo>
                  <a:lnTo>
                    <a:pt x="1815" y="1151"/>
                  </a:lnTo>
                  <a:lnTo>
                    <a:pt x="1802" y="1195"/>
                  </a:lnTo>
                  <a:lnTo>
                    <a:pt x="1787" y="1237"/>
                  </a:lnTo>
                  <a:lnTo>
                    <a:pt x="1771" y="1279"/>
                  </a:lnTo>
                  <a:lnTo>
                    <a:pt x="1753" y="1320"/>
                  </a:lnTo>
                  <a:lnTo>
                    <a:pt x="1732" y="1361"/>
                  </a:lnTo>
                  <a:lnTo>
                    <a:pt x="1711" y="1398"/>
                  </a:lnTo>
                  <a:lnTo>
                    <a:pt x="1686" y="1436"/>
                  </a:lnTo>
                  <a:lnTo>
                    <a:pt x="1660" y="1473"/>
                  </a:lnTo>
                  <a:lnTo>
                    <a:pt x="1633" y="1507"/>
                  </a:lnTo>
                  <a:lnTo>
                    <a:pt x="1605" y="1541"/>
                  </a:lnTo>
                  <a:lnTo>
                    <a:pt x="1574" y="1572"/>
                  </a:lnTo>
                  <a:lnTo>
                    <a:pt x="1542" y="1603"/>
                  </a:lnTo>
                  <a:lnTo>
                    <a:pt x="1509" y="1632"/>
                  </a:lnTo>
                  <a:lnTo>
                    <a:pt x="1473" y="1660"/>
                  </a:lnTo>
                  <a:lnTo>
                    <a:pt x="1437" y="1686"/>
                  </a:lnTo>
                  <a:lnTo>
                    <a:pt x="1400" y="1709"/>
                  </a:lnTo>
                  <a:lnTo>
                    <a:pt x="1361" y="1731"/>
                  </a:lnTo>
                  <a:lnTo>
                    <a:pt x="1322" y="1753"/>
                  </a:lnTo>
                  <a:lnTo>
                    <a:pt x="1281" y="1770"/>
                  </a:lnTo>
                  <a:lnTo>
                    <a:pt x="1239" y="1787"/>
                  </a:lnTo>
                  <a:lnTo>
                    <a:pt x="1197" y="1801"/>
                  </a:lnTo>
                  <a:lnTo>
                    <a:pt x="1153" y="1814"/>
                  </a:lnTo>
                  <a:lnTo>
                    <a:pt x="1107" y="1824"/>
                  </a:lnTo>
                  <a:lnTo>
                    <a:pt x="1062" y="1832"/>
                  </a:lnTo>
                  <a:lnTo>
                    <a:pt x="1016" y="1839"/>
                  </a:lnTo>
                  <a:lnTo>
                    <a:pt x="969" y="1842"/>
                  </a:lnTo>
                  <a:lnTo>
                    <a:pt x="922" y="1842"/>
                  </a:lnTo>
                  <a:lnTo>
                    <a:pt x="922" y="1842"/>
                  </a:lnTo>
                  <a:lnTo>
                    <a:pt x="875" y="1842"/>
                  </a:lnTo>
                  <a:lnTo>
                    <a:pt x="828" y="1839"/>
                  </a:lnTo>
                  <a:lnTo>
                    <a:pt x="782" y="1832"/>
                  </a:lnTo>
                  <a:lnTo>
                    <a:pt x="737" y="1824"/>
                  </a:lnTo>
                  <a:lnTo>
                    <a:pt x="691" y="1814"/>
                  </a:lnTo>
                  <a:lnTo>
                    <a:pt x="647" y="1801"/>
                  </a:lnTo>
                  <a:lnTo>
                    <a:pt x="605" y="1787"/>
                  </a:lnTo>
                  <a:lnTo>
                    <a:pt x="563" y="1770"/>
                  </a:lnTo>
                  <a:lnTo>
                    <a:pt x="522" y="1753"/>
                  </a:lnTo>
                  <a:lnTo>
                    <a:pt x="483" y="1731"/>
                  </a:lnTo>
                  <a:lnTo>
                    <a:pt x="444" y="1709"/>
                  </a:lnTo>
                  <a:lnTo>
                    <a:pt x="407" y="1686"/>
                  </a:lnTo>
                  <a:lnTo>
                    <a:pt x="371" y="1660"/>
                  </a:lnTo>
                  <a:lnTo>
                    <a:pt x="335" y="1632"/>
                  </a:lnTo>
                  <a:lnTo>
                    <a:pt x="302" y="1603"/>
                  </a:lnTo>
                  <a:lnTo>
                    <a:pt x="270" y="1572"/>
                  </a:lnTo>
                  <a:lnTo>
                    <a:pt x="239" y="1541"/>
                  </a:lnTo>
                  <a:lnTo>
                    <a:pt x="210" y="1507"/>
                  </a:lnTo>
                  <a:lnTo>
                    <a:pt x="184" y="1473"/>
                  </a:lnTo>
                  <a:lnTo>
                    <a:pt x="158" y="1436"/>
                  </a:lnTo>
                  <a:lnTo>
                    <a:pt x="133" y="1398"/>
                  </a:lnTo>
                  <a:lnTo>
                    <a:pt x="111" y="1361"/>
                  </a:lnTo>
                  <a:lnTo>
                    <a:pt x="91" y="1320"/>
                  </a:lnTo>
                  <a:lnTo>
                    <a:pt x="73" y="1279"/>
                  </a:lnTo>
                  <a:lnTo>
                    <a:pt x="55" y="1237"/>
                  </a:lnTo>
                  <a:lnTo>
                    <a:pt x="41" y="1195"/>
                  </a:lnTo>
                  <a:lnTo>
                    <a:pt x="29" y="1151"/>
                  </a:lnTo>
                  <a:lnTo>
                    <a:pt x="20" y="1107"/>
                  </a:lnTo>
                  <a:lnTo>
                    <a:pt x="11" y="1062"/>
                  </a:lnTo>
                  <a:lnTo>
                    <a:pt x="5" y="1014"/>
                  </a:lnTo>
                  <a:lnTo>
                    <a:pt x="2" y="969"/>
                  </a:lnTo>
                  <a:lnTo>
                    <a:pt x="0" y="922"/>
                  </a:lnTo>
                  <a:lnTo>
                    <a:pt x="0" y="922"/>
                  </a:lnTo>
                  <a:lnTo>
                    <a:pt x="2" y="873"/>
                  </a:lnTo>
                  <a:lnTo>
                    <a:pt x="5" y="828"/>
                  </a:lnTo>
                  <a:lnTo>
                    <a:pt x="11" y="780"/>
                  </a:lnTo>
                  <a:lnTo>
                    <a:pt x="20" y="735"/>
                  </a:lnTo>
                  <a:lnTo>
                    <a:pt x="29" y="691"/>
                  </a:lnTo>
                  <a:lnTo>
                    <a:pt x="41" y="647"/>
                  </a:lnTo>
                  <a:lnTo>
                    <a:pt x="55" y="605"/>
                  </a:lnTo>
                  <a:lnTo>
                    <a:pt x="73" y="563"/>
                  </a:lnTo>
                  <a:lnTo>
                    <a:pt x="91" y="522"/>
                  </a:lnTo>
                  <a:lnTo>
                    <a:pt x="111" y="481"/>
                  </a:lnTo>
                  <a:lnTo>
                    <a:pt x="133" y="444"/>
                  </a:lnTo>
                  <a:lnTo>
                    <a:pt x="158" y="406"/>
                  </a:lnTo>
                  <a:lnTo>
                    <a:pt x="184" y="369"/>
                  </a:lnTo>
                  <a:lnTo>
                    <a:pt x="210" y="335"/>
                  </a:lnTo>
                  <a:lnTo>
                    <a:pt x="239" y="301"/>
                  </a:lnTo>
                  <a:lnTo>
                    <a:pt x="270" y="270"/>
                  </a:lnTo>
                  <a:lnTo>
                    <a:pt x="302" y="239"/>
                  </a:lnTo>
                  <a:lnTo>
                    <a:pt x="335" y="210"/>
                  </a:lnTo>
                  <a:lnTo>
                    <a:pt x="371" y="182"/>
                  </a:lnTo>
                  <a:lnTo>
                    <a:pt x="407" y="156"/>
                  </a:lnTo>
                  <a:lnTo>
                    <a:pt x="444" y="133"/>
                  </a:lnTo>
                  <a:lnTo>
                    <a:pt x="483" y="111"/>
                  </a:lnTo>
                  <a:lnTo>
                    <a:pt x="522" y="89"/>
                  </a:lnTo>
                  <a:lnTo>
                    <a:pt x="563" y="72"/>
                  </a:lnTo>
                  <a:lnTo>
                    <a:pt x="605" y="55"/>
                  </a:lnTo>
                  <a:lnTo>
                    <a:pt x="647" y="41"/>
                  </a:lnTo>
                  <a:lnTo>
                    <a:pt x="691" y="28"/>
                  </a:lnTo>
                  <a:lnTo>
                    <a:pt x="737" y="18"/>
                  </a:lnTo>
                  <a:lnTo>
                    <a:pt x="782" y="10"/>
                  </a:lnTo>
                  <a:lnTo>
                    <a:pt x="828" y="5"/>
                  </a:lnTo>
                  <a:lnTo>
                    <a:pt x="875" y="0"/>
                  </a:lnTo>
                  <a:lnTo>
                    <a:pt x="922" y="0"/>
                  </a:lnTo>
                  <a:lnTo>
                    <a:pt x="922" y="0"/>
                  </a:lnTo>
                  <a:lnTo>
                    <a:pt x="969" y="0"/>
                  </a:lnTo>
                  <a:lnTo>
                    <a:pt x="1016" y="5"/>
                  </a:lnTo>
                  <a:lnTo>
                    <a:pt x="1062" y="10"/>
                  </a:lnTo>
                  <a:lnTo>
                    <a:pt x="1107" y="18"/>
                  </a:lnTo>
                  <a:lnTo>
                    <a:pt x="1153" y="28"/>
                  </a:lnTo>
                  <a:lnTo>
                    <a:pt x="1197" y="41"/>
                  </a:lnTo>
                  <a:lnTo>
                    <a:pt x="1239" y="55"/>
                  </a:lnTo>
                  <a:lnTo>
                    <a:pt x="1281" y="72"/>
                  </a:lnTo>
                  <a:lnTo>
                    <a:pt x="1322" y="89"/>
                  </a:lnTo>
                  <a:lnTo>
                    <a:pt x="1361" y="111"/>
                  </a:lnTo>
                  <a:lnTo>
                    <a:pt x="1400" y="133"/>
                  </a:lnTo>
                  <a:lnTo>
                    <a:pt x="1437" y="156"/>
                  </a:lnTo>
                  <a:lnTo>
                    <a:pt x="1473" y="182"/>
                  </a:lnTo>
                  <a:lnTo>
                    <a:pt x="1509" y="210"/>
                  </a:lnTo>
                  <a:lnTo>
                    <a:pt x="1542" y="239"/>
                  </a:lnTo>
                  <a:lnTo>
                    <a:pt x="1574" y="270"/>
                  </a:lnTo>
                  <a:lnTo>
                    <a:pt x="1605" y="301"/>
                  </a:lnTo>
                  <a:lnTo>
                    <a:pt x="1633" y="335"/>
                  </a:lnTo>
                  <a:lnTo>
                    <a:pt x="1660" y="369"/>
                  </a:lnTo>
                  <a:lnTo>
                    <a:pt x="1686" y="406"/>
                  </a:lnTo>
                  <a:lnTo>
                    <a:pt x="1711" y="444"/>
                  </a:lnTo>
                  <a:lnTo>
                    <a:pt x="1732" y="481"/>
                  </a:lnTo>
                  <a:lnTo>
                    <a:pt x="1753" y="522"/>
                  </a:lnTo>
                  <a:lnTo>
                    <a:pt x="1771" y="563"/>
                  </a:lnTo>
                  <a:lnTo>
                    <a:pt x="1787" y="605"/>
                  </a:lnTo>
                  <a:lnTo>
                    <a:pt x="1802" y="647"/>
                  </a:lnTo>
                  <a:lnTo>
                    <a:pt x="1815" y="691"/>
                  </a:lnTo>
                  <a:lnTo>
                    <a:pt x="1824" y="735"/>
                  </a:lnTo>
                  <a:lnTo>
                    <a:pt x="1833" y="780"/>
                  </a:lnTo>
                  <a:lnTo>
                    <a:pt x="1839" y="828"/>
                  </a:lnTo>
                  <a:lnTo>
                    <a:pt x="1842" y="873"/>
                  </a:lnTo>
                  <a:lnTo>
                    <a:pt x="1844" y="922"/>
                  </a:lnTo>
                  <a:lnTo>
                    <a:pt x="1844" y="922"/>
                  </a:lnTo>
                  <a:close/>
                </a:path>
              </a:pathLst>
            </a:custGeom>
            <a:solidFill>
              <a:srgbClr val="027180"/>
            </a:solidFill>
            <a:ln w="9525">
              <a:noFill/>
              <a:round/>
              <a:headEnd/>
              <a:tailEnd/>
            </a:ln>
          </p:spPr>
          <p:txBody>
            <a:bodyPr vert="horz" wrap="square" lIns="91440" tIns="45720" rIns="91440" bIns="45720" numCol="1" anchor="t" anchorCtr="0" compatLnSpc="1">
              <a:prstTxWarp prst="textNoShape">
                <a:avLst/>
              </a:prstTxWarp>
            </a:bodyPr>
            <a:lstStyle/>
            <a:p>
              <a:endParaRPr lang="en-US" sz="2000">
                <a:latin typeface="Arial" pitchFamily="34" charset="0"/>
                <a:cs typeface="Arial" pitchFamily="34" charset="0"/>
              </a:endParaRPr>
            </a:p>
          </p:txBody>
        </p:sp>
        <p:sp>
          <p:nvSpPr>
            <p:cNvPr id="22" name="Freeform 6"/>
            <p:cNvSpPr>
              <a:spLocks/>
            </p:cNvSpPr>
            <p:nvPr/>
          </p:nvSpPr>
          <p:spPr bwMode="auto">
            <a:xfrm>
              <a:off x="-957263" y="1725613"/>
              <a:ext cx="965200" cy="820737"/>
            </a:xfrm>
            <a:custGeom>
              <a:avLst/>
              <a:gdLst/>
              <a:ahLst/>
              <a:cxnLst>
                <a:cxn ang="0">
                  <a:pos x="628" y="1010"/>
                </a:cxn>
                <a:cxn ang="0">
                  <a:pos x="608" y="981"/>
                </a:cxn>
                <a:cxn ang="0">
                  <a:pos x="601" y="946"/>
                </a:cxn>
                <a:cxn ang="0">
                  <a:pos x="608" y="912"/>
                </a:cxn>
                <a:cxn ang="0">
                  <a:pos x="628" y="883"/>
                </a:cxn>
                <a:cxn ang="0">
                  <a:pos x="101" y="620"/>
                </a:cxn>
                <a:cxn ang="0">
                  <a:pos x="91" y="618"/>
                </a:cxn>
                <a:cxn ang="0">
                  <a:pos x="71" y="615"/>
                </a:cxn>
                <a:cxn ang="0">
                  <a:pos x="44" y="602"/>
                </a:cxn>
                <a:cxn ang="0">
                  <a:pos x="16" y="574"/>
                </a:cxn>
                <a:cxn ang="0">
                  <a:pos x="5" y="548"/>
                </a:cxn>
                <a:cxn ang="0">
                  <a:pos x="0" y="529"/>
                </a:cxn>
                <a:cxn ang="0">
                  <a:pos x="0" y="519"/>
                </a:cxn>
                <a:cxn ang="0">
                  <a:pos x="1" y="498"/>
                </a:cxn>
                <a:cxn ang="0">
                  <a:pos x="8" y="478"/>
                </a:cxn>
                <a:cxn ang="0">
                  <a:pos x="29" y="447"/>
                </a:cxn>
                <a:cxn ang="0">
                  <a:pos x="62" y="425"/>
                </a:cxn>
                <a:cxn ang="0">
                  <a:pos x="81" y="420"/>
                </a:cxn>
                <a:cxn ang="0">
                  <a:pos x="101" y="418"/>
                </a:cxn>
                <a:cxn ang="0">
                  <a:pos x="628" y="153"/>
                </a:cxn>
                <a:cxn ang="0">
                  <a:pos x="616" y="138"/>
                </a:cxn>
                <a:cxn ang="0">
                  <a:pos x="603" y="106"/>
                </a:cxn>
                <a:cxn ang="0">
                  <a:pos x="603" y="73"/>
                </a:cxn>
                <a:cxn ang="0">
                  <a:pos x="616" y="41"/>
                </a:cxn>
                <a:cxn ang="0">
                  <a:pos x="628" y="26"/>
                </a:cxn>
                <a:cxn ang="0">
                  <a:pos x="658" y="7"/>
                </a:cxn>
                <a:cxn ang="0">
                  <a:pos x="693" y="0"/>
                </a:cxn>
                <a:cxn ang="0">
                  <a:pos x="727" y="7"/>
                </a:cxn>
                <a:cxn ang="0">
                  <a:pos x="756" y="26"/>
                </a:cxn>
                <a:cxn ang="0">
                  <a:pos x="1190" y="455"/>
                </a:cxn>
                <a:cxn ang="0">
                  <a:pos x="1210" y="485"/>
                </a:cxn>
                <a:cxn ang="0">
                  <a:pos x="1216" y="519"/>
                </a:cxn>
                <a:cxn ang="0">
                  <a:pos x="1210" y="551"/>
                </a:cxn>
                <a:cxn ang="0">
                  <a:pos x="1190" y="581"/>
                </a:cxn>
                <a:cxn ang="0">
                  <a:pos x="756" y="1010"/>
                </a:cxn>
                <a:cxn ang="0">
                  <a:pos x="727" y="1029"/>
                </a:cxn>
                <a:cxn ang="0">
                  <a:pos x="693" y="1036"/>
                </a:cxn>
                <a:cxn ang="0">
                  <a:pos x="658" y="1029"/>
                </a:cxn>
                <a:cxn ang="0">
                  <a:pos x="628" y="1010"/>
                </a:cxn>
              </a:cxnLst>
              <a:rect l="0" t="0" r="r" b="b"/>
              <a:pathLst>
                <a:path w="1216" h="1036">
                  <a:moveTo>
                    <a:pt x="628" y="1010"/>
                  </a:moveTo>
                  <a:lnTo>
                    <a:pt x="628" y="1010"/>
                  </a:lnTo>
                  <a:lnTo>
                    <a:pt x="616" y="995"/>
                  </a:lnTo>
                  <a:lnTo>
                    <a:pt x="608" y="981"/>
                  </a:lnTo>
                  <a:lnTo>
                    <a:pt x="603" y="963"/>
                  </a:lnTo>
                  <a:lnTo>
                    <a:pt x="601" y="946"/>
                  </a:lnTo>
                  <a:lnTo>
                    <a:pt x="603" y="930"/>
                  </a:lnTo>
                  <a:lnTo>
                    <a:pt x="608" y="912"/>
                  </a:lnTo>
                  <a:lnTo>
                    <a:pt x="616" y="898"/>
                  </a:lnTo>
                  <a:lnTo>
                    <a:pt x="628" y="883"/>
                  </a:lnTo>
                  <a:lnTo>
                    <a:pt x="896" y="620"/>
                  </a:lnTo>
                  <a:lnTo>
                    <a:pt x="101" y="620"/>
                  </a:lnTo>
                  <a:lnTo>
                    <a:pt x="101" y="620"/>
                  </a:lnTo>
                  <a:lnTo>
                    <a:pt x="91" y="618"/>
                  </a:lnTo>
                  <a:lnTo>
                    <a:pt x="81" y="616"/>
                  </a:lnTo>
                  <a:lnTo>
                    <a:pt x="71" y="615"/>
                  </a:lnTo>
                  <a:lnTo>
                    <a:pt x="62" y="611"/>
                  </a:lnTo>
                  <a:lnTo>
                    <a:pt x="44" y="602"/>
                  </a:lnTo>
                  <a:lnTo>
                    <a:pt x="29" y="589"/>
                  </a:lnTo>
                  <a:lnTo>
                    <a:pt x="16" y="574"/>
                  </a:lnTo>
                  <a:lnTo>
                    <a:pt x="8" y="558"/>
                  </a:lnTo>
                  <a:lnTo>
                    <a:pt x="5" y="548"/>
                  </a:lnTo>
                  <a:lnTo>
                    <a:pt x="1" y="538"/>
                  </a:lnTo>
                  <a:lnTo>
                    <a:pt x="0" y="529"/>
                  </a:lnTo>
                  <a:lnTo>
                    <a:pt x="0" y="519"/>
                  </a:lnTo>
                  <a:lnTo>
                    <a:pt x="0" y="519"/>
                  </a:lnTo>
                  <a:lnTo>
                    <a:pt x="0" y="507"/>
                  </a:lnTo>
                  <a:lnTo>
                    <a:pt x="1" y="498"/>
                  </a:lnTo>
                  <a:lnTo>
                    <a:pt x="5" y="488"/>
                  </a:lnTo>
                  <a:lnTo>
                    <a:pt x="8" y="478"/>
                  </a:lnTo>
                  <a:lnTo>
                    <a:pt x="16" y="462"/>
                  </a:lnTo>
                  <a:lnTo>
                    <a:pt x="29" y="447"/>
                  </a:lnTo>
                  <a:lnTo>
                    <a:pt x="44" y="434"/>
                  </a:lnTo>
                  <a:lnTo>
                    <a:pt x="62" y="425"/>
                  </a:lnTo>
                  <a:lnTo>
                    <a:pt x="71" y="421"/>
                  </a:lnTo>
                  <a:lnTo>
                    <a:pt x="81" y="420"/>
                  </a:lnTo>
                  <a:lnTo>
                    <a:pt x="91" y="418"/>
                  </a:lnTo>
                  <a:lnTo>
                    <a:pt x="101" y="418"/>
                  </a:lnTo>
                  <a:lnTo>
                    <a:pt x="896" y="418"/>
                  </a:lnTo>
                  <a:lnTo>
                    <a:pt x="628" y="153"/>
                  </a:lnTo>
                  <a:lnTo>
                    <a:pt x="628" y="153"/>
                  </a:lnTo>
                  <a:lnTo>
                    <a:pt x="616" y="138"/>
                  </a:lnTo>
                  <a:lnTo>
                    <a:pt x="608" y="124"/>
                  </a:lnTo>
                  <a:lnTo>
                    <a:pt x="603" y="106"/>
                  </a:lnTo>
                  <a:lnTo>
                    <a:pt x="601" y="90"/>
                  </a:lnTo>
                  <a:lnTo>
                    <a:pt x="603" y="73"/>
                  </a:lnTo>
                  <a:lnTo>
                    <a:pt x="608" y="55"/>
                  </a:lnTo>
                  <a:lnTo>
                    <a:pt x="616" y="41"/>
                  </a:lnTo>
                  <a:lnTo>
                    <a:pt x="628" y="26"/>
                  </a:lnTo>
                  <a:lnTo>
                    <a:pt x="628" y="26"/>
                  </a:lnTo>
                  <a:lnTo>
                    <a:pt x="642" y="15"/>
                  </a:lnTo>
                  <a:lnTo>
                    <a:pt x="658" y="7"/>
                  </a:lnTo>
                  <a:lnTo>
                    <a:pt x="675" y="2"/>
                  </a:lnTo>
                  <a:lnTo>
                    <a:pt x="693" y="0"/>
                  </a:lnTo>
                  <a:lnTo>
                    <a:pt x="709" y="2"/>
                  </a:lnTo>
                  <a:lnTo>
                    <a:pt x="727" y="7"/>
                  </a:lnTo>
                  <a:lnTo>
                    <a:pt x="741" y="15"/>
                  </a:lnTo>
                  <a:lnTo>
                    <a:pt x="756" y="26"/>
                  </a:lnTo>
                  <a:lnTo>
                    <a:pt x="1190" y="455"/>
                  </a:lnTo>
                  <a:lnTo>
                    <a:pt x="1190" y="455"/>
                  </a:lnTo>
                  <a:lnTo>
                    <a:pt x="1202" y="468"/>
                  </a:lnTo>
                  <a:lnTo>
                    <a:pt x="1210" y="485"/>
                  </a:lnTo>
                  <a:lnTo>
                    <a:pt x="1215" y="501"/>
                  </a:lnTo>
                  <a:lnTo>
                    <a:pt x="1216" y="519"/>
                  </a:lnTo>
                  <a:lnTo>
                    <a:pt x="1215" y="535"/>
                  </a:lnTo>
                  <a:lnTo>
                    <a:pt x="1210" y="551"/>
                  </a:lnTo>
                  <a:lnTo>
                    <a:pt x="1202" y="568"/>
                  </a:lnTo>
                  <a:lnTo>
                    <a:pt x="1190" y="581"/>
                  </a:lnTo>
                  <a:lnTo>
                    <a:pt x="756" y="1010"/>
                  </a:lnTo>
                  <a:lnTo>
                    <a:pt x="756" y="1010"/>
                  </a:lnTo>
                  <a:lnTo>
                    <a:pt x="741" y="1021"/>
                  </a:lnTo>
                  <a:lnTo>
                    <a:pt x="727" y="1029"/>
                  </a:lnTo>
                  <a:lnTo>
                    <a:pt x="709" y="1034"/>
                  </a:lnTo>
                  <a:lnTo>
                    <a:pt x="693" y="1036"/>
                  </a:lnTo>
                  <a:lnTo>
                    <a:pt x="675" y="1034"/>
                  </a:lnTo>
                  <a:lnTo>
                    <a:pt x="658" y="1029"/>
                  </a:lnTo>
                  <a:lnTo>
                    <a:pt x="642" y="1021"/>
                  </a:lnTo>
                  <a:lnTo>
                    <a:pt x="628" y="1010"/>
                  </a:lnTo>
                  <a:lnTo>
                    <a:pt x="628" y="10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2000">
                <a:latin typeface="Arial" pitchFamily="34" charset="0"/>
                <a:cs typeface="Arial" pitchFamily="34" charset="0"/>
              </a:endParaRPr>
            </a:p>
          </p:txBody>
        </p:sp>
      </p:grpSp>
    </p:spTree>
    <p:extLst>
      <p:ext uri="{BB962C8B-B14F-4D97-AF65-F5344CB8AC3E}">
        <p14:creationId xmlns:p14="http://schemas.microsoft.com/office/powerpoint/2010/main" val="4024200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mpty slide">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r>
              <a:rPr lang="en-US" noProof="0"/>
              <a:t>Title of the presentation l Date</a:t>
            </a:r>
            <a:endParaRPr lang="en-US" noProof="0" dirty="0"/>
          </a:p>
        </p:txBody>
      </p:sp>
      <p:sp>
        <p:nvSpPr>
          <p:cNvPr id="4" name="Espace réservé du pied de page 3"/>
          <p:cNvSpPr>
            <a:spLocks noGrp="1"/>
          </p:cNvSpPr>
          <p:nvPr>
            <p:ph type="ftr" sz="quarter" idx="11"/>
          </p:nvPr>
        </p:nvSpPr>
        <p:spPr/>
        <p:txBody>
          <a:bodyPr/>
          <a:lstStyle/>
          <a:p>
            <a:r>
              <a:rPr lang="en-US" noProof="0"/>
              <a:t>CONFIDENTIALITY LEVEL</a:t>
            </a:r>
            <a:endParaRPr lang="en-US" noProof="0" dirty="0"/>
          </a:p>
        </p:txBody>
      </p:sp>
      <p:pic>
        <p:nvPicPr>
          <p:cNvPr id="6" name="Logo AXA" descr="\\Mac\AllFiles\Volumes\DOSSIERS EN COURS\17_1098 AXA_Creation_gabarits\elements\png\new_logo_axa_rgb.png"/>
          <p:cNvPicPr>
            <a:picLocks noChangeAspect="1" noChangeArrowheads="1"/>
          </p:cNvPicPr>
          <p:nvPr userDrawn="1"/>
        </p:nvPicPr>
        <p:blipFill>
          <a:blip r:embed="rId2" cstate="print"/>
          <a:srcRect/>
          <a:stretch>
            <a:fillRect/>
          </a:stretch>
        </p:blipFill>
        <p:spPr bwMode="auto">
          <a:xfrm>
            <a:off x="8881546" y="4877227"/>
            <a:ext cx="176979" cy="177047"/>
          </a:xfrm>
          <a:prstGeom prst="rect">
            <a:avLst/>
          </a:prstGeom>
          <a:noFill/>
          <a:ln w="9525">
            <a:noFill/>
            <a:miter lim="800000"/>
            <a:headEnd/>
            <a:tailEnd/>
          </a:ln>
        </p:spPr>
      </p:pic>
      <p:sp>
        <p:nvSpPr>
          <p:cNvPr id="7" name="Sommaire"/>
          <p:cNvSpPr>
            <a:spLocks noGrp="1"/>
          </p:cNvSpPr>
          <p:nvPr>
            <p:ph type="title" hasCustomPrompt="1"/>
          </p:nvPr>
        </p:nvSpPr>
        <p:spPr>
          <a:xfrm>
            <a:off x="234000" y="205978"/>
            <a:ext cx="8820000" cy="352822"/>
          </a:xfrm>
          <a:prstGeom prst="rect">
            <a:avLst/>
          </a:prstGeom>
        </p:spPr>
        <p:txBody>
          <a:bodyPr lIns="0" tIns="0" rIns="0" bIns="0" anchor="ctr">
            <a:noAutofit/>
          </a:bodyPr>
          <a:lstStyle>
            <a:lvl1pPr algn="l">
              <a:defRPr sz="2400">
                <a:solidFill>
                  <a:srgbClr val="00008F"/>
                </a:solidFill>
                <a:latin typeface="+mn-lt"/>
                <a:cs typeface="Arial" pitchFamily="34" charset="0"/>
              </a:defRPr>
            </a:lvl1pPr>
          </a:lstStyle>
          <a:p>
            <a:r>
              <a:rPr lang="en-US" noProof="0" dirty="0"/>
              <a:t>Title </a:t>
            </a:r>
          </a:p>
        </p:txBody>
      </p:sp>
      <p:sp>
        <p:nvSpPr>
          <p:cNvPr id="8" name="Espace réservé du texte 4"/>
          <p:cNvSpPr>
            <a:spLocks noGrp="1"/>
          </p:cNvSpPr>
          <p:nvPr>
            <p:ph type="body" sz="quarter" idx="12" hasCustomPrompt="1"/>
          </p:nvPr>
        </p:nvSpPr>
        <p:spPr>
          <a:xfrm>
            <a:off x="233999" y="571705"/>
            <a:ext cx="8820000" cy="285545"/>
          </a:xfrm>
          <a:prstGeom prst="rect">
            <a:avLst/>
          </a:prstGeom>
        </p:spPr>
        <p:txBody>
          <a:bodyPr lIns="0" tIns="0" rIns="0" bIns="0" anchor="ctr">
            <a:noAutofit/>
          </a:bodyPr>
          <a:lstStyle>
            <a:lvl1pPr marL="0" indent="0">
              <a:buNone/>
              <a:defRPr sz="1800">
                <a:solidFill>
                  <a:srgbClr val="027180"/>
                </a:solidFill>
                <a:latin typeface="+mn-lt"/>
                <a:cs typeface="Arial" pitchFamily="34" charset="0"/>
              </a:defRPr>
            </a:lvl1pPr>
          </a:lstStyle>
          <a:p>
            <a:r>
              <a:rPr lang="en-US" dirty="0"/>
              <a:t>Subtitle or next title (optional)</a:t>
            </a:r>
          </a:p>
        </p:txBody>
      </p:sp>
    </p:spTree>
    <p:extLst>
      <p:ext uri="{BB962C8B-B14F-4D97-AF65-F5344CB8AC3E}">
        <p14:creationId xmlns:p14="http://schemas.microsoft.com/office/powerpoint/2010/main" val="3417077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Espace réservé du numéro de diapositive 4"/>
          <p:cNvSpPr txBox="1">
            <a:spLocks/>
          </p:cNvSpPr>
          <p:nvPr userDrawn="1"/>
        </p:nvSpPr>
        <p:spPr>
          <a:xfrm>
            <a:off x="8446" y="4862910"/>
            <a:ext cx="618597" cy="249636"/>
          </a:xfrm>
          <a:prstGeom prst="rect">
            <a:avLst/>
          </a:prstGeom>
        </p:spPr>
        <p:txBody>
          <a:bodyPr vert="horz" lIns="81628" tIns="40814" rIns="81628" bIns="40814" rtlCol="0" anchor="ctr"/>
          <a:lstStyle>
            <a:lvl1pPr>
              <a:defRPr>
                <a:latin typeface="+mj-lt"/>
              </a:defRPr>
            </a:lvl1pPr>
          </a:lstStyle>
          <a:p>
            <a:pPr marL="0" marR="0" lvl="0" indent="0" algn="ctr" defTabSz="816284" rtl="0" eaLnBrk="1" fontAlgn="auto" latinLnBrk="0" hangingPunct="1">
              <a:lnSpc>
                <a:spcPct val="100000"/>
              </a:lnSpc>
              <a:spcBef>
                <a:spcPts val="0"/>
              </a:spcBef>
              <a:spcAft>
                <a:spcPts val="0"/>
              </a:spcAft>
              <a:buClrTx/>
              <a:buSzTx/>
              <a:buFontTx/>
              <a:buNone/>
              <a:tabLst/>
              <a:defRPr/>
            </a:pPr>
            <a:fld id="{438FEFB8-6B6E-4DC1-A5E4-A1258711B442}" type="slidenum">
              <a:rPr kumimoji="0" lang="en-US" sz="800" b="0" i="0" u="none" strike="noStrike" kern="1200" cap="none" spc="0" normalizeH="0" baseline="0" noProof="0" smtClean="0">
                <a:ln>
                  <a:noFill/>
                </a:ln>
                <a:solidFill>
                  <a:schemeClr val="tx1"/>
                </a:solidFill>
                <a:effectLst/>
                <a:uLnTx/>
                <a:uFillTx/>
                <a:latin typeface="Source Sans Pro" pitchFamily="34" charset="0"/>
                <a:ea typeface="+mn-ea"/>
                <a:cs typeface="Arial" pitchFamily="34" charset="0"/>
              </a:rPr>
              <a:pPr marL="0" marR="0" lvl="0" indent="0" algn="ctr" defTabSz="816284"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solidFill>
              <a:effectLst/>
              <a:uLnTx/>
              <a:uFillTx/>
              <a:latin typeface="Source Sans Pro" pitchFamily="34" charset="0"/>
              <a:ea typeface="+mn-ea"/>
              <a:cs typeface="Arial" pitchFamily="34" charset="0"/>
            </a:endParaRPr>
          </a:p>
        </p:txBody>
      </p:sp>
      <p:sp>
        <p:nvSpPr>
          <p:cNvPr id="3" name="Espace réservé de la date 1"/>
          <p:cNvSpPr>
            <a:spLocks noGrp="1"/>
          </p:cNvSpPr>
          <p:nvPr>
            <p:ph type="dt" sz="half" idx="2"/>
          </p:nvPr>
        </p:nvSpPr>
        <p:spPr>
          <a:xfrm>
            <a:off x="500253" y="4906460"/>
            <a:ext cx="2215515" cy="175022"/>
          </a:xfrm>
          <a:prstGeom prst="rect">
            <a:avLst/>
          </a:prstGeom>
        </p:spPr>
        <p:txBody>
          <a:bodyPr vert="horz" lIns="81628" tIns="40814" rIns="81628" bIns="40814" rtlCol="0" anchor="ctr"/>
          <a:lstStyle>
            <a:lvl1pPr algn="l">
              <a:defRPr sz="800">
                <a:solidFill>
                  <a:schemeClr val="tx1"/>
                </a:solidFill>
                <a:latin typeface="Source Sans Pro" pitchFamily="34" charset="0"/>
              </a:defRPr>
            </a:lvl1pPr>
          </a:lstStyle>
          <a:p>
            <a:r>
              <a:rPr lang="en-US" noProof="0"/>
              <a:t>Title of the presentation l Date</a:t>
            </a:r>
            <a:endParaRPr lang="en-US" noProof="0" dirty="0"/>
          </a:p>
        </p:txBody>
      </p:sp>
      <p:sp>
        <p:nvSpPr>
          <p:cNvPr id="5" name="Espace réservé du pied de page 2"/>
          <p:cNvSpPr>
            <a:spLocks noGrp="1"/>
          </p:cNvSpPr>
          <p:nvPr>
            <p:ph type="ftr" sz="quarter" idx="3"/>
          </p:nvPr>
        </p:nvSpPr>
        <p:spPr>
          <a:xfrm>
            <a:off x="3326957" y="4906460"/>
            <a:ext cx="2474912" cy="175022"/>
          </a:xfrm>
          <a:prstGeom prst="rect">
            <a:avLst/>
          </a:prstGeom>
        </p:spPr>
        <p:txBody>
          <a:bodyPr vert="horz" lIns="81628" tIns="40814" rIns="81628" bIns="40814" rtlCol="0" anchor="ctr"/>
          <a:lstStyle>
            <a:lvl1pPr algn="ctr">
              <a:defRPr sz="800">
                <a:solidFill>
                  <a:srgbClr val="FF0000"/>
                </a:solidFill>
                <a:latin typeface="Source Sans Pro" pitchFamily="34" charset="0"/>
              </a:defRPr>
            </a:lvl1pPr>
          </a:lstStyle>
          <a:p>
            <a:r>
              <a:rPr lang="en-US" noProof="0"/>
              <a:t>AXA - BS Internal</a:t>
            </a:r>
            <a:endParaRPr lang="en-US" noProof="0" dirty="0"/>
          </a:p>
        </p:txBody>
      </p:sp>
      <p:sp>
        <p:nvSpPr>
          <p:cNvPr id="2" name="MSIPCMContentMarking" descr="{&quot;HashCode&quot;:442047029,&quot;Placement&quot;:&quot;Footer&quot;,&quot;Top&quot;:384.343,&quot;Left&quot;:333.295349,&quot;SlideWidth&quot;:720,&quot;SlideHeight&quot;:405}">
            <a:extLst>
              <a:ext uri="{FF2B5EF4-FFF2-40B4-BE49-F238E27FC236}">
                <a16:creationId xmlns:a16="http://schemas.microsoft.com/office/drawing/2014/main" id="{21BD564D-2D21-434C-BF7B-C9E62182D8AD}"/>
              </a:ext>
            </a:extLst>
          </p:cNvPr>
          <p:cNvSpPr txBox="1"/>
          <p:nvPr userDrawn="1"/>
        </p:nvSpPr>
        <p:spPr bwMode="auto">
          <a:xfrm>
            <a:off x="4232851" y="4881156"/>
            <a:ext cx="678298" cy="262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rtlCol="0" anchor="ctr" anchorCtr="1">
            <a:spAutoFit/>
          </a:bodyPr>
          <a:lstStyle/>
          <a:p>
            <a:pPr algn="ctr" eaLnBrk="1" hangingPunct="1">
              <a:spcBef>
                <a:spcPct val="0"/>
              </a:spcBef>
              <a:spcAft>
                <a:spcPct val="0"/>
              </a:spcAft>
            </a:pPr>
            <a:r>
              <a:rPr lang="de-DE" sz="1000">
                <a:solidFill>
                  <a:srgbClr val="000000"/>
                </a:solidFill>
                <a:latin typeface="Calibri" panose="020F0502020204030204" pitchFamily="34" charset="0"/>
                <a:cs typeface="Arial" pitchFamily="34" charset="0"/>
              </a:rPr>
              <a:t>Internal</a:t>
            </a:r>
            <a:endParaRPr lang="de-DE" sz="1000" dirty="0" err="1">
              <a:solidFill>
                <a:srgbClr val="000000"/>
              </a:solidFill>
              <a:latin typeface="Calibri" panose="020F0502020204030204" pitchFamily="34" charset="0"/>
              <a:cs typeface="Arial" pitchFamily="34" charset="0"/>
            </a:endParaRPr>
          </a:p>
        </p:txBody>
      </p:sp>
    </p:spTree>
  </p:cSld>
  <p:clrMap bg1="lt1" tx1="dk1" bg2="lt2" tx2="dk2" accent1="accent1" accent2="accent2" accent3="accent3" accent4="accent4" accent5="accent5" accent6="accent6" hlink="hlink" folHlink="folHlink"/>
  <p:sldLayoutIdLst>
    <p:sldLayoutId id="2147483894" r:id="rId1"/>
    <p:sldLayoutId id="2147483899" r:id="rId2"/>
    <p:sldLayoutId id="2147483896" r:id="rId3"/>
    <p:sldLayoutId id="2147483900" r:id="rId4"/>
    <p:sldLayoutId id="2147483898" r:id="rId5"/>
    <p:sldLayoutId id="2147483901" r:id="rId6"/>
    <p:sldLayoutId id="2147483902" r:id="rId7"/>
    <p:sldLayoutId id="2147483903" r:id="rId8"/>
    <p:sldLayoutId id="2147483904" r:id="rId9"/>
    <p:sldLayoutId id="2147483905" r:id="rId10"/>
    <p:sldLayoutId id="2147483906" r:id="rId11"/>
    <p:sldLayoutId id="2147483907" r:id="rId12"/>
  </p:sldLayoutIdLst>
  <p:hf sldNum="0" hdr="0"/>
  <p:txStyles>
    <p:titleStyle>
      <a:lvl1pPr algn="ctr" defTabSz="815680" rtl="0" eaLnBrk="1" fontAlgn="base" hangingPunct="1">
        <a:spcBef>
          <a:spcPct val="0"/>
        </a:spcBef>
        <a:spcAft>
          <a:spcPct val="0"/>
        </a:spcAft>
        <a:defRPr sz="4000" kern="1200">
          <a:solidFill>
            <a:schemeClr val="tx1"/>
          </a:solidFill>
          <a:latin typeface="+mj-lt"/>
          <a:ea typeface="+mj-ea"/>
          <a:cs typeface="+mj-cs"/>
        </a:defRPr>
      </a:lvl1pPr>
      <a:lvl2pPr algn="ctr" defTabSz="815680" rtl="0" eaLnBrk="1" fontAlgn="base" hangingPunct="1">
        <a:spcBef>
          <a:spcPct val="0"/>
        </a:spcBef>
        <a:spcAft>
          <a:spcPct val="0"/>
        </a:spcAft>
        <a:defRPr sz="4000">
          <a:solidFill>
            <a:schemeClr val="tx1"/>
          </a:solidFill>
          <a:latin typeface="Source Sans Pro" pitchFamily="34" charset="0"/>
        </a:defRPr>
      </a:lvl2pPr>
      <a:lvl3pPr algn="ctr" defTabSz="815680" rtl="0" eaLnBrk="1" fontAlgn="base" hangingPunct="1">
        <a:spcBef>
          <a:spcPct val="0"/>
        </a:spcBef>
        <a:spcAft>
          <a:spcPct val="0"/>
        </a:spcAft>
        <a:defRPr sz="4000">
          <a:solidFill>
            <a:schemeClr val="tx1"/>
          </a:solidFill>
          <a:latin typeface="Source Sans Pro" pitchFamily="34" charset="0"/>
        </a:defRPr>
      </a:lvl3pPr>
      <a:lvl4pPr algn="ctr" defTabSz="815680" rtl="0" eaLnBrk="1" fontAlgn="base" hangingPunct="1">
        <a:spcBef>
          <a:spcPct val="0"/>
        </a:spcBef>
        <a:spcAft>
          <a:spcPct val="0"/>
        </a:spcAft>
        <a:defRPr sz="4000">
          <a:solidFill>
            <a:schemeClr val="tx1"/>
          </a:solidFill>
          <a:latin typeface="Source Sans Pro" pitchFamily="34" charset="0"/>
        </a:defRPr>
      </a:lvl4pPr>
      <a:lvl5pPr algn="ctr" defTabSz="815680" rtl="0" eaLnBrk="1" fontAlgn="base" hangingPunct="1">
        <a:spcBef>
          <a:spcPct val="0"/>
        </a:spcBef>
        <a:spcAft>
          <a:spcPct val="0"/>
        </a:spcAft>
        <a:defRPr sz="4000">
          <a:solidFill>
            <a:schemeClr val="tx1"/>
          </a:solidFill>
          <a:latin typeface="Source Sans Pro" pitchFamily="34" charset="0"/>
        </a:defRPr>
      </a:lvl5pPr>
      <a:lvl6pPr marL="535115" algn="ctr" defTabSz="815680" rtl="0" eaLnBrk="1" fontAlgn="base" hangingPunct="1">
        <a:spcBef>
          <a:spcPct val="0"/>
        </a:spcBef>
        <a:spcAft>
          <a:spcPct val="0"/>
        </a:spcAft>
        <a:defRPr sz="4000">
          <a:solidFill>
            <a:schemeClr val="tx1"/>
          </a:solidFill>
          <a:latin typeface="Calibri" pitchFamily="34" charset="0"/>
        </a:defRPr>
      </a:lvl6pPr>
      <a:lvl7pPr marL="1070230" algn="ctr" defTabSz="815680" rtl="0" eaLnBrk="1" fontAlgn="base" hangingPunct="1">
        <a:spcBef>
          <a:spcPct val="0"/>
        </a:spcBef>
        <a:spcAft>
          <a:spcPct val="0"/>
        </a:spcAft>
        <a:defRPr sz="4000">
          <a:solidFill>
            <a:schemeClr val="tx1"/>
          </a:solidFill>
          <a:latin typeface="Calibri" pitchFamily="34" charset="0"/>
        </a:defRPr>
      </a:lvl7pPr>
      <a:lvl8pPr marL="1605346" algn="ctr" defTabSz="815680" rtl="0" eaLnBrk="1" fontAlgn="base" hangingPunct="1">
        <a:spcBef>
          <a:spcPct val="0"/>
        </a:spcBef>
        <a:spcAft>
          <a:spcPct val="0"/>
        </a:spcAft>
        <a:defRPr sz="4000">
          <a:solidFill>
            <a:schemeClr val="tx1"/>
          </a:solidFill>
          <a:latin typeface="Calibri" pitchFamily="34" charset="0"/>
        </a:defRPr>
      </a:lvl8pPr>
      <a:lvl9pPr marL="2140462" algn="ctr" defTabSz="815680" rtl="0" eaLnBrk="1" fontAlgn="base" hangingPunct="1">
        <a:spcBef>
          <a:spcPct val="0"/>
        </a:spcBef>
        <a:spcAft>
          <a:spcPct val="0"/>
        </a:spcAft>
        <a:defRPr sz="4000">
          <a:solidFill>
            <a:schemeClr val="tx1"/>
          </a:solidFill>
          <a:latin typeface="Calibri" pitchFamily="34" charset="0"/>
        </a:defRPr>
      </a:lvl9pPr>
    </p:titleStyle>
    <p:bodyStyle>
      <a:lvl1pPr marL="304719" indent="-304719" algn="l" defTabSz="815680" rtl="0" eaLnBrk="1" fontAlgn="base" hangingPunct="1">
        <a:spcBef>
          <a:spcPct val="20000"/>
        </a:spcBef>
        <a:spcAft>
          <a:spcPct val="0"/>
        </a:spcAft>
        <a:buFont typeface="Arial" charset="0"/>
        <a:buChar char="•"/>
        <a:defRPr sz="2800" kern="1200">
          <a:solidFill>
            <a:schemeClr val="tx1"/>
          </a:solidFill>
          <a:latin typeface="+mn-lt"/>
          <a:ea typeface="+mn-ea"/>
          <a:cs typeface="+mn-cs"/>
        </a:defRPr>
      </a:lvl1pPr>
      <a:lvl2pPr marL="661462" indent="-254553" algn="l" defTabSz="815680" rtl="0" eaLnBrk="1" fontAlgn="base" hangingPunct="1">
        <a:spcBef>
          <a:spcPct val="20000"/>
        </a:spcBef>
        <a:spcAft>
          <a:spcPct val="0"/>
        </a:spcAft>
        <a:buFont typeface="Arial" charset="0"/>
        <a:buChar char="–"/>
        <a:defRPr sz="2500" kern="1200">
          <a:solidFill>
            <a:schemeClr val="tx1"/>
          </a:solidFill>
          <a:latin typeface="+mn-lt"/>
          <a:ea typeface="+mn-ea"/>
          <a:cs typeface="+mn-cs"/>
        </a:defRPr>
      </a:lvl2pPr>
      <a:lvl3pPr marL="1020063" indent="-202527" algn="l" defTabSz="815680" rtl="0" eaLnBrk="1" fontAlgn="base" hangingPunct="1">
        <a:spcBef>
          <a:spcPct val="20000"/>
        </a:spcBef>
        <a:spcAft>
          <a:spcPct val="0"/>
        </a:spcAft>
        <a:buFont typeface="Arial" charset="0"/>
        <a:buChar char="•"/>
        <a:defRPr kern="1200">
          <a:solidFill>
            <a:schemeClr val="tx1"/>
          </a:solidFill>
          <a:latin typeface="+mn-lt"/>
          <a:ea typeface="+mn-ea"/>
          <a:cs typeface="+mn-cs"/>
        </a:defRPr>
      </a:lvl3pPr>
      <a:lvl4pPr marL="1426974" indent="-202527" algn="l" defTabSz="815680" rtl="0" eaLnBrk="1" fontAlgn="base" hangingPunct="1">
        <a:spcBef>
          <a:spcPct val="20000"/>
        </a:spcBef>
        <a:spcAft>
          <a:spcPct val="0"/>
        </a:spcAft>
        <a:buFont typeface="Arial" charset="0"/>
        <a:buChar char="–"/>
        <a:defRPr sz="1800" kern="1200">
          <a:solidFill>
            <a:schemeClr val="tx1"/>
          </a:solidFill>
          <a:latin typeface="+mn-lt"/>
          <a:ea typeface="+mn-ea"/>
          <a:cs typeface="+mn-cs"/>
        </a:defRPr>
      </a:lvl4pPr>
      <a:lvl5pPr marL="1835743" indent="-202527" algn="l" defTabSz="815680" rtl="0" eaLnBrk="1" fontAlgn="base" hangingPunct="1">
        <a:spcBef>
          <a:spcPct val="20000"/>
        </a:spcBef>
        <a:spcAft>
          <a:spcPct val="0"/>
        </a:spcAft>
        <a:buFont typeface="Arial" charset="0"/>
        <a:buChar char="»"/>
        <a:defRPr sz="1800" kern="1200">
          <a:solidFill>
            <a:schemeClr val="tx1"/>
          </a:solidFill>
          <a:latin typeface="+mn-lt"/>
          <a:ea typeface="+mn-ea"/>
          <a:cs typeface="+mn-cs"/>
        </a:defRPr>
      </a:lvl5pPr>
      <a:lvl6pPr marL="2244435" indent="-204039" algn="l" defTabSz="816158"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52513" indent="-204039" algn="l" defTabSz="816158"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60592" indent="-204039" algn="l" defTabSz="816158"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68670" indent="-204039" algn="l" defTabSz="816158"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16158" rtl="0" eaLnBrk="1" latinLnBrk="0" hangingPunct="1">
        <a:defRPr sz="1600" kern="1200">
          <a:solidFill>
            <a:schemeClr val="tx1"/>
          </a:solidFill>
          <a:latin typeface="+mn-lt"/>
          <a:ea typeface="+mn-ea"/>
          <a:cs typeface="+mn-cs"/>
        </a:defRPr>
      </a:lvl1pPr>
      <a:lvl2pPr marL="408079" algn="l" defTabSz="816158" rtl="0" eaLnBrk="1" latinLnBrk="0" hangingPunct="1">
        <a:defRPr sz="1600" kern="1200">
          <a:solidFill>
            <a:schemeClr val="tx1"/>
          </a:solidFill>
          <a:latin typeface="+mn-lt"/>
          <a:ea typeface="+mn-ea"/>
          <a:cs typeface="+mn-cs"/>
        </a:defRPr>
      </a:lvl2pPr>
      <a:lvl3pPr marL="816158" algn="l" defTabSz="816158" rtl="0" eaLnBrk="1" latinLnBrk="0" hangingPunct="1">
        <a:defRPr sz="1600" kern="1200">
          <a:solidFill>
            <a:schemeClr val="tx1"/>
          </a:solidFill>
          <a:latin typeface="+mn-lt"/>
          <a:ea typeface="+mn-ea"/>
          <a:cs typeface="+mn-cs"/>
        </a:defRPr>
      </a:lvl3pPr>
      <a:lvl4pPr marL="1224237" algn="l" defTabSz="816158" rtl="0" eaLnBrk="1" latinLnBrk="0" hangingPunct="1">
        <a:defRPr sz="1600" kern="1200">
          <a:solidFill>
            <a:schemeClr val="tx1"/>
          </a:solidFill>
          <a:latin typeface="+mn-lt"/>
          <a:ea typeface="+mn-ea"/>
          <a:cs typeface="+mn-cs"/>
        </a:defRPr>
      </a:lvl4pPr>
      <a:lvl5pPr marL="1632315" algn="l" defTabSz="816158" rtl="0" eaLnBrk="1" latinLnBrk="0" hangingPunct="1">
        <a:defRPr sz="1600" kern="1200">
          <a:solidFill>
            <a:schemeClr val="tx1"/>
          </a:solidFill>
          <a:latin typeface="+mn-lt"/>
          <a:ea typeface="+mn-ea"/>
          <a:cs typeface="+mn-cs"/>
        </a:defRPr>
      </a:lvl5pPr>
      <a:lvl6pPr marL="2040396" algn="l" defTabSz="816158" rtl="0" eaLnBrk="1" latinLnBrk="0" hangingPunct="1">
        <a:defRPr sz="1600" kern="1200">
          <a:solidFill>
            <a:schemeClr val="tx1"/>
          </a:solidFill>
          <a:latin typeface="+mn-lt"/>
          <a:ea typeface="+mn-ea"/>
          <a:cs typeface="+mn-cs"/>
        </a:defRPr>
      </a:lvl6pPr>
      <a:lvl7pPr marL="2448473" algn="l" defTabSz="816158" rtl="0" eaLnBrk="1" latinLnBrk="0" hangingPunct="1">
        <a:defRPr sz="1600" kern="1200">
          <a:solidFill>
            <a:schemeClr val="tx1"/>
          </a:solidFill>
          <a:latin typeface="+mn-lt"/>
          <a:ea typeface="+mn-ea"/>
          <a:cs typeface="+mn-cs"/>
        </a:defRPr>
      </a:lvl7pPr>
      <a:lvl8pPr marL="2856552" algn="l" defTabSz="816158" rtl="0" eaLnBrk="1" latinLnBrk="0" hangingPunct="1">
        <a:defRPr sz="1600" kern="1200">
          <a:solidFill>
            <a:schemeClr val="tx1"/>
          </a:solidFill>
          <a:latin typeface="+mn-lt"/>
          <a:ea typeface="+mn-ea"/>
          <a:cs typeface="+mn-cs"/>
        </a:defRPr>
      </a:lvl8pPr>
      <a:lvl9pPr marL="3264631" algn="l" defTabSz="816158"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jpe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5.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220571" y="1885487"/>
            <a:ext cx="7288106" cy="1362209"/>
          </a:xfrm>
        </p:spPr>
        <p:txBody>
          <a:bodyPr/>
          <a:lstStyle/>
          <a:p>
            <a:pPr algn="ctr"/>
            <a:r>
              <a:rPr lang="en-US" sz="4000" dirty="0"/>
              <a:t>Overview of </a:t>
            </a:r>
            <a:br>
              <a:rPr lang="en-US" sz="4000" dirty="0"/>
            </a:br>
            <a:r>
              <a:rPr lang="en-US" sz="4000" dirty="0"/>
              <a:t>Popular Cloud Services</a:t>
            </a:r>
            <a:endParaRPr lang="en-US" b="0" i="1" dirty="0"/>
          </a:p>
        </p:txBody>
      </p:sp>
      <p:sp>
        <p:nvSpPr>
          <p:cNvPr id="3" name="Subtitle 2"/>
          <p:cNvSpPr>
            <a:spLocks noGrp="1"/>
          </p:cNvSpPr>
          <p:nvPr>
            <p:ph type="subTitle" idx="1"/>
          </p:nvPr>
        </p:nvSpPr>
        <p:spPr>
          <a:xfrm>
            <a:off x="6340670" y="4269674"/>
            <a:ext cx="2696400" cy="702595"/>
          </a:xfrm>
        </p:spPr>
        <p:txBody>
          <a:bodyPr/>
          <a:lstStyle/>
          <a:p>
            <a:r>
              <a:rPr lang="en-US" dirty="0"/>
              <a:t>AXA Business Services</a:t>
            </a:r>
          </a:p>
          <a:p>
            <a:r>
              <a:rPr lang="en-US" dirty="0"/>
              <a:t>DRReAM</a:t>
            </a:r>
          </a:p>
          <a:p>
            <a:r>
              <a:rPr lang="en-US" sz="1200" i="1" dirty="0"/>
              <a:t>August, 2020</a:t>
            </a:r>
          </a:p>
        </p:txBody>
      </p:sp>
      <p:sp>
        <p:nvSpPr>
          <p:cNvPr id="2" name="Rectangle 1"/>
          <p:cNvSpPr/>
          <p:nvPr/>
        </p:nvSpPr>
        <p:spPr>
          <a:xfrm>
            <a:off x="3828485" y="3357435"/>
            <a:ext cx="2650341" cy="646331"/>
          </a:xfrm>
          <a:prstGeom prst="rect">
            <a:avLst/>
          </a:prstGeom>
        </p:spPr>
        <p:txBody>
          <a:bodyPr wrap="none">
            <a:spAutoFit/>
          </a:bodyPr>
          <a:lstStyle/>
          <a:p>
            <a:r>
              <a:rPr lang="en-US" sz="3600" dirty="0">
                <a:solidFill>
                  <a:schemeClr val="bg1"/>
                </a:solidFill>
              </a:rPr>
              <a:t>AWS &amp; Azure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400" fontAlgn="auto">
              <a:spcBef>
                <a:spcPts val="0"/>
              </a:spcBef>
              <a:spcAft>
                <a:spcPts val="0"/>
              </a:spcAft>
            </a:pPr>
            <a:r>
              <a:rPr lang="en-US" sz="1600" dirty="0"/>
              <a:t>Compute Services</a:t>
            </a:r>
            <a:endParaRPr lang="en-US" sz="1400" dirty="0">
              <a:solidFill>
                <a:srgbClr val="002D5D"/>
              </a:solidFill>
              <a:latin typeface="Calibri" panose="020F0502020204030204"/>
            </a:endParaRPr>
          </a:p>
        </p:txBody>
      </p:sp>
      <p:sp>
        <p:nvSpPr>
          <p:cNvPr id="3" name="Footer Placeholder 2"/>
          <p:cNvSpPr>
            <a:spLocks noGrp="1"/>
          </p:cNvSpPr>
          <p:nvPr>
            <p:ph type="ftr" sz="quarter" idx="13"/>
          </p:nvPr>
        </p:nvSpPr>
        <p:spPr>
          <a:xfrm>
            <a:off x="3268831" y="4818949"/>
            <a:ext cx="2474912" cy="175022"/>
          </a:xfrm>
        </p:spPr>
        <p:txBody>
          <a:bodyPr/>
          <a:lstStyle/>
          <a:p>
            <a:r>
              <a:rPr lang="en-US" noProof="0" dirty="0">
                <a:solidFill>
                  <a:schemeClr val="bg1"/>
                </a:solidFill>
              </a:rPr>
              <a:t>AXA - BS Internal</a:t>
            </a:r>
          </a:p>
        </p:txBody>
      </p:sp>
      <p:graphicFrame>
        <p:nvGraphicFramePr>
          <p:cNvPr id="4" name="Table 3"/>
          <p:cNvGraphicFramePr>
            <a:graphicFrameLocks noGrp="1"/>
          </p:cNvGraphicFramePr>
          <p:nvPr>
            <p:extLst>
              <p:ext uri="{D42A27DB-BD31-4B8C-83A1-F6EECF244321}">
                <p14:modId xmlns:p14="http://schemas.microsoft.com/office/powerpoint/2010/main" val="1031732970"/>
              </p:ext>
            </p:extLst>
          </p:nvPr>
        </p:nvGraphicFramePr>
        <p:xfrm>
          <a:off x="434895" y="804611"/>
          <a:ext cx="5943604" cy="1620520"/>
        </p:xfrm>
        <a:graphic>
          <a:graphicData uri="http://schemas.openxmlformats.org/drawingml/2006/table">
            <a:tbl>
              <a:tblPr firstRow="1" bandRow="1">
                <a:tableStyleId>{5C22544A-7EE6-4342-B048-85BDC9FD1C3A}</a:tableStyleId>
              </a:tblPr>
              <a:tblGrid>
                <a:gridCol w="1206143">
                  <a:extLst>
                    <a:ext uri="{9D8B030D-6E8A-4147-A177-3AD203B41FA5}">
                      <a16:colId xmlns:a16="http://schemas.microsoft.com/office/drawing/2014/main" val="3758255999"/>
                    </a:ext>
                  </a:extLst>
                </a:gridCol>
                <a:gridCol w="1164582">
                  <a:extLst>
                    <a:ext uri="{9D8B030D-6E8A-4147-A177-3AD203B41FA5}">
                      <a16:colId xmlns:a16="http://schemas.microsoft.com/office/drawing/2014/main" val="3453638665"/>
                    </a:ext>
                  </a:extLst>
                </a:gridCol>
                <a:gridCol w="3572879">
                  <a:extLst>
                    <a:ext uri="{9D8B030D-6E8A-4147-A177-3AD203B41FA5}">
                      <a16:colId xmlns:a16="http://schemas.microsoft.com/office/drawing/2014/main" val="3118595333"/>
                    </a:ext>
                  </a:extLst>
                </a:gridCol>
              </a:tblGrid>
              <a:tr h="370840">
                <a:tc>
                  <a:txBody>
                    <a:bodyPr/>
                    <a:lstStyle/>
                    <a:p>
                      <a:pPr>
                        <a:lnSpc>
                          <a:spcPct val="150000"/>
                        </a:lnSpc>
                      </a:pPr>
                      <a:r>
                        <a:rPr lang="en-US" sz="1000" b="1" kern="1200" dirty="0">
                          <a:solidFill>
                            <a:schemeClr val="bg1"/>
                          </a:solidFill>
                          <a:latin typeface="+mn-lt"/>
                          <a:ea typeface="+mn-ea"/>
                          <a:cs typeface="+mn-cs"/>
                        </a:rPr>
                        <a:t>AWS</a:t>
                      </a:r>
                    </a:p>
                  </a:txBody>
                  <a:tcPr/>
                </a:tc>
                <a:tc>
                  <a:txBody>
                    <a:bodyPr/>
                    <a:lstStyle/>
                    <a:p>
                      <a:pPr>
                        <a:lnSpc>
                          <a:spcPct val="150000"/>
                        </a:lnSpc>
                      </a:pPr>
                      <a:r>
                        <a:rPr lang="en-US" sz="1000" b="1" kern="1200" dirty="0">
                          <a:solidFill>
                            <a:schemeClr val="bg1"/>
                          </a:solidFill>
                          <a:latin typeface="+mn-lt"/>
                          <a:ea typeface="+mn-ea"/>
                          <a:cs typeface="+mn-cs"/>
                        </a:rPr>
                        <a:t>Azure</a:t>
                      </a:r>
                    </a:p>
                  </a:txBody>
                  <a:tcPr/>
                </a:tc>
                <a:tc>
                  <a:txBody>
                    <a:bodyPr/>
                    <a:lstStyle/>
                    <a:p>
                      <a:pPr>
                        <a:lnSpc>
                          <a:spcPct val="150000"/>
                        </a:lnSpc>
                      </a:pPr>
                      <a:r>
                        <a:rPr lang="en-US" sz="1000" b="1" kern="1200" dirty="0">
                          <a:solidFill>
                            <a:schemeClr val="bg1"/>
                          </a:solidFill>
                          <a:latin typeface="+mn-lt"/>
                          <a:ea typeface="+mn-ea"/>
                          <a:cs typeface="+mn-cs"/>
                        </a:rPr>
                        <a:t>Usage</a:t>
                      </a:r>
                    </a:p>
                  </a:txBody>
                  <a:tcPr/>
                </a:tc>
                <a:extLst>
                  <a:ext uri="{0D108BD9-81ED-4DB2-BD59-A6C34878D82A}">
                    <a16:rowId xmlns:a16="http://schemas.microsoft.com/office/drawing/2014/main" val="3771867433"/>
                  </a:ext>
                </a:extLst>
              </a:tr>
              <a:tr h="370840">
                <a:tc>
                  <a:txBody>
                    <a:bodyPr/>
                    <a:lstStyle/>
                    <a:p>
                      <a:pPr algn="l" fontAlgn="b"/>
                      <a:r>
                        <a:rPr lang="en-IN" sz="1000" b="0" i="0" u="none" strike="noStrike" cap="none" spc="0" dirty="0">
                          <a:solidFill>
                            <a:schemeClr val="tx1">
                              <a:lumMod val="75000"/>
                              <a:lumOff val="25000"/>
                            </a:schemeClr>
                          </a:solidFill>
                          <a:effectLst/>
                          <a:latin typeface="+mn-lt"/>
                          <a:cs typeface="Calibri" panose="020F0502020204030204" pitchFamily="34" charset="0"/>
                        </a:rPr>
                        <a:t>Elastic Compute Cloud (EC2) Instances</a:t>
                      </a:r>
                    </a:p>
                  </a:txBody>
                  <a:tcPr anchor="b"/>
                </a:tc>
                <a:tc>
                  <a:txBody>
                    <a:bodyPr/>
                    <a:lstStyle/>
                    <a:p>
                      <a:pPr algn="l" fontAlgn="b"/>
                      <a:r>
                        <a:rPr lang="en-IN" sz="1000" b="0" i="0" u="none" strike="noStrike" cap="none" spc="0" dirty="0">
                          <a:solidFill>
                            <a:schemeClr val="tx1">
                              <a:lumMod val="75000"/>
                              <a:lumOff val="25000"/>
                            </a:schemeClr>
                          </a:solidFill>
                          <a:effectLst/>
                          <a:latin typeface="+mn-lt"/>
                          <a:cs typeface="Calibri" panose="020F0502020204030204" pitchFamily="34" charset="0"/>
                        </a:rPr>
                        <a:t>Virtual Machines</a:t>
                      </a:r>
                    </a:p>
                  </a:txBody>
                  <a:tcPr anchor="b"/>
                </a:tc>
                <a:tc>
                  <a:txBody>
                    <a:bodyPr/>
                    <a:lstStyle/>
                    <a:p>
                      <a:pPr algn="l" fontAlgn="b"/>
                      <a:r>
                        <a:rPr lang="en-IN" sz="1000" b="0" i="0" u="none" strike="noStrike" cap="none" spc="0" dirty="0">
                          <a:solidFill>
                            <a:schemeClr val="tx1">
                              <a:lumMod val="75000"/>
                              <a:lumOff val="25000"/>
                            </a:schemeClr>
                          </a:solidFill>
                          <a:effectLst/>
                          <a:latin typeface="+mn-lt"/>
                          <a:cs typeface="Calibri" panose="020F0502020204030204" pitchFamily="34" charset="0"/>
                        </a:rPr>
                        <a:t>Virtual servers allow users to deploy, manage, and maintain OS and server software. Instance types provide combinations of CPU/RAM. Users pay for what they use with the flexibility to change sizes.</a:t>
                      </a:r>
                    </a:p>
                  </a:txBody>
                  <a:tcPr anchor="b"/>
                </a:tc>
                <a:extLst>
                  <a:ext uri="{0D108BD9-81ED-4DB2-BD59-A6C34878D82A}">
                    <a16:rowId xmlns:a16="http://schemas.microsoft.com/office/drawing/2014/main" val="243627220"/>
                  </a:ext>
                </a:extLst>
              </a:tr>
              <a:tr h="370840">
                <a:tc>
                  <a:txBody>
                    <a:bodyPr/>
                    <a:lstStyle/>
                    <a:p>
                      <a:pPr algn="l" fontAlgn="b"/>
                      <a:r>
                        <a:rPr lang="en-IN" sz="1000" b="0" i="0" u="none" strike="noStrike" cap="none" spc="0" dirty="0">
                          <a:solidFill>
                            <a:schemeClr val="tx1">
                              <a:lumMod val="75000"/>
                              <a:lumOff val="25000"/>
                            </a:schemeClr>
                          </a:solidFill>
                          <a:effectLst/>
                          <a:latin typeface="+mn-lt"/>
                          <a:cs typeface="Calibri" panose="020F0502020204030204" pitchFamily="34" charset="0"/>
                        </a:rPr>
                        <a:t>Auto Scaling</a:t>
                      </a:r>
                    </a:p>
                  </a:txBody>
                  <a:tcPr anchor="b"/>
                </a:tc>
                <a:tc>
                  <a:txBody>
                    <a:bodyPr/>
                    <a:lstStyle/>
                    <a:p>
                      <a:pPr algn="l" fontAlgn="b"/>
                      <a:r>
                        <a:rPr lang="en-IN" sz="1000" b="0" i="0" u="none" strike="noStrike" cap="none" spc="0" dirty="0">
                          <a:solidFill>
                            <a:schemeClr val="tx1">
                              <a:lumMod val="75000"/>
                              <a:lumOff val="25000"/>
                            </a:schemeClr>
                          </a:solidFill>
                          <a:effectLst/>
                          <a:latin typeface="+mn-lt"/>
                          <a:cs typeface="Calibri" panose="020F0502020204030204" pitchFamily="34" charset="0"/>
                        </a:rPr>
                        <a:t>Virtual Machine Scale Sets</a:t>
                      </a:r>
                    </a:p>
                  </a:txBody>
                  <a:tcPr anchor="b"/>
                </a:tc>
                <a:tc>
                  <a:txBody>
                    <a:bodyPr/>
                    <a:lstStyle/>
                    <a:p>
                      <a:pPr algn="l" fontAlgn="b"/>
                      <a:r>
                        <a:rPr lang="en-IN" sz="1000" b="0" i="0" u="none" strike="noStrike" cap="none" spc="0" dirty="0">
                          <a:solidFill>
                            <a:schemeClr val="tx1">
                              <a:lumMod val="75000"/>
                              <a:lumOff val="25000"/>
                            </a:schemeClr>
                          </a:solidFill>
                          <a:effectLst/>
                          <a:latin typeface="+mn-lt"/>
                          <a:cs typeface="Calibri" panose="020F0502020204030204" pitchFamily="34" charset="0"/>
                        </a:rPr>
                        <a:t>Allows you to automatically change the number of VM instances. You set defined metric and thresholds that determine if the platform adds or removes instances.</a:t>
                      </a:r>
                    </a:p>
                  </a:txBody>
                  <a:tcPr anchor="b"/>
                </a:tc>
                <a:extLst>
                  <a:ext uri="{0D108BD9-81ED-4DB2-BD59-A6C34878D82A}">
                    <a16:rowId xmlns:a16="http://schemas.microsoft.com/office/drawing/2014/main" val="188489149"/>
                  </a:ext>
                </a:extLst>
              </a:tr>
            </a:tbl>
          </a:graphicData>
        </a:graphic>
      </p:graphicFrame>
      <p:pic>
        <p:nvPicPr>
          <p:cNvPr id="18" name="Content Placeholder 5">
            <a:extLst>
              <a:ext uri="{FF2B5EF4-FFF2-40B4-BE49-F238E27FC236}">
                <a16:creationId xmlns:a16="http://schemas.microsoft.com/office/drawing/2014/main" id="{0222685B-2455-8144-8E9E-BA340F2F4523}"/>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7008532" y="766046"/>
            <a:ext cx="777240" cy="777240"/>
          </a:xfrm>
          <a:prstGeom prst="rect">
            <a:avLst/>
          </a:prstGeom>
        </p:spPr>
      </p:pic>
      <p:pic>
        <p:nvPicPr>
          <p:cNvPr id="19" name="Picture 2">
            <a:extLst>
              <a:ext uri="{FF2B5EF4-FFF2-40B4-BE49-F238E27FC236}">
                <a16:creationId xmlns:a16="http://schemas.microsoft.com/office/drawing/2014/main" id="{F5DE0F3D-3A09-9D47-937E-079C80F5A306}"/>
              </a:ext>
            </a:extLst>
          </p:cNvPr>
          <p:cNvPicPr>
            <a:picLocks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058790" y="1776536"/>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a:extLst>
              <a:ext uri="{FF2B5EF4-FFF2-40B4-BE49-F238E27FC236}">
                <a16:creationId xmlns:a16="http://schemas.microsoft.com/office/drawing/2014/main" id="{FC273C9A-26E5-E248-A06F-CD8ABD3E8AAA}"/>
              </a:ext>
            </a:extLst>
          </p:cNvPr>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058790" y="779048"/>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AWS Auto Scaling | Gunner Technology">
            <a:extLst>
              <a:ext uri="{FF2B5EF4-FFF2-40B4-BE49-F238E27FC236}">
                <a16:creationId xmlns:a16="http://schemas.microsoft.com/office/drawing/2014/main" id="{A3DA2209-98A4-F04A-9A87-196BDFFB12DA}"/>
              </a:ext>
            </a:extLst>
          </p:cNvPr>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03960" y="1776536"/>
            <a:ext cx="786384" cy="77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373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400" fontAlgn="auto">
              <a:spcBef>
                <a:spcPts val="0"/>
              </a:spcBef>
              <a:spcAft>
                <a:spcPts val="0"/>
              </a:spcAft>
            </a:pPr>
            <a:r>
              <a:rPr lang="en-US" sz="1600" dirty="0"/>
              <a:t>Authentication and Access Management Services</a:t>
            </a:r>
            <a:endParaRPr lang="en-US" sz="1400" dirty="0">
              <a:solidFill>
                <a:srgbClr val="002D5D"/>
              </a:solidFill>
              <a:latin typeface="Calibri" panose="020F0502020204030204"/>
            </a:endParaRPr>
          </a:p>
        </p:txBody>
      </p:sp>
      <p:sp>
        <p:nvSpPr>
          <p:cNvPr id="3" name="Footer Placeholder 2"/>
          <p:cNvSpPr>
            <a:spLocks noGrp="1"/>
          </p:cNvSpPr>
          <p:nvPr>
            <p:ph type="ftr" sz="quarter" idx="13"/>
          </p:nvPr>
        </p:nvSpPr>
        <p:spPr>
          <a:xfrm>
            <a:off x="3268831" y="4818949"/>
            <a:ext cx="2474912" cy="175022"/>
          </a:xfrm>
        </p:spPr>
        <p:txBody>
          <a:bodyPr/>
          <a:lstStyle/>
          <a:p>
            <a:r>
              <a:rPr lang="en-US" noProof="0" dirty="0">
                <a:solidFill>
                  <a:schemeClr val="bg1"/>
                </a:solidFill>
              </a:rPr>
              <a:t>AXA - BS Internal</a:t>
            </a:r>
          </a:p>
        </p:txBody>
      </p:sp>
      <p:graphicFrame>
        <p:nvGraphicFramePr>
          <p:cNvPr id="4" name="Table 3"/>
          <p:cNvGraphicFramePr>
            <a:graphicFrameLocks noGrp="1"/>
          </p:cNvGraphicFramePr>
          <p:nvPr>
            <p:extLst>
              <p:ext uri="{D42A27DB-BD31-4B8C-83A1-F6EECF244321}">
                <p14:modId xmlns:p14="http://schemas.microsoft.com/office/powerpoint/2010/main" val="2782295385"/>
              </p:ext>
            </p:extLst>
          </p:nvPr>
        </p:nvGraphicFramePr>
        <p:xfrm>
          <a:off x="434895" y="804611"/>
          <a:ext cx="5943058" cy="2016760"/>
        </p:xfrm>
        <a:graphic>
          <a:graphicData uri="http://schemas.openxmlformats.org/drawingml/2006/table">
            <a:tbl>
              <a:tblPr firstRow="1" bandRow="1">
                <a:tableStyleId>{5C22544A-7EE6-4342-B048-85BDC9FD1C3A}</a:tableStyleId>
              </a:tblPr>
              <a:tblGrid>
                <a:gridCol w="1206032">
                  <a:extLst>
                    <a:ext uri="{9D8B030D-6E8A-4147-A177-3AD203B41FA5}">
                      <a16:colId xmlns:a16="http://schemas.microsoft.com/office/drawing/2014/main" val="3758255999"/>
                    </a:ext>
                  </a:extLst>
                </a:gridCol>
                <a:gridCol w="1164475">
                  <a:extLst>
                    <a:ext uri="{9D8B030D-6E8A-4147-A177-3AD203B41FA5}">
                      <a16:colId xmlns:a16="http://schemas.microsoft.com/office/drawing/2014/main" val="3453638665"/>
                    </a:ext>
                  </a:extLst>
                </a:gridCol>
                <a:gridCol w="3572551">
                  <a:extLst>
                    <a:ext uri="{9D8B030D-6E8A-4147-A177-3AD203B41FA5}">
                      <a16:colId xmlns:a16="http://schemas.microsoft.com/office/drawing/2014/main" val="3118595333"/>
                    </a:ext>
                  </a:extLst>
                </a:gridCol>
              </a:tblGrid>
              <a:tr h="370840">
                <a:tc>
                  <a:txBody>
                    <a:bodyPr/>
                    <a:lstStyle/>
                    <a:p>
                      <a:pPr>
                        <a:lnSpc>
                          <a:spcPct val="150000"/>
                        </a:lnSpc>
                      </a:pPr>
                      <a:r>
                        <a:rPr lang="en-US" sz="1000" b="1" kern="1200" dirty="0">
                          <a:solidFill>
                            <a:schemeClr val="bg1"/>
                          </a:solidFill>
                          <a:latin typeface="+mn-lt"/>
                          <a:ea typeface="+mn-ea"/>
                          <a:cs typeface="+mn-cs"/>
                        </a:rPr>
                        <a:t>AWS</a:t>
                      </a:r>
                    </a:p>
                  </a:txBody>
                  <a:tcPr/>
                </a:tc>
                <a:tc>
                  <a:txBody>
                    <a:bodyPr/>
                    <a:lstStyle/>
                    <a:p>
                      <a:pPr>
                        <a:lnSpc>
                          <a:spcPct val="150000"/>
                        </a:lnSpc>
                      </a:pPr>
                      <a:r>
                        <a:rPr lang="en-US" sz="1000" b="1" kern="1200" dirty="0">
                          <a:solidFill>
                            <a:schemeClr val="bg1"/>
                          </a:solidFill>
                          <a:latin typeface="+mn-lt"/>
                          <a:ea typeface="+mn-ea"/>
                          <a:cs typeface="+mn-cs"/>
                        </a:rPr>
                        <a:t>Azure</a:t>
                      </a:r>
                    </a:p>
                  </a:txBody>
                  <a:tcPr/>
                </a:tc>
                <a:tc>
                  <a:txBody>
                    <a:bodyPr/>
                    <a:lstStyle/>
                    <a:p>
                      <a:pPr>
                        <a:lnSpc>
                          <a:spcPct val="150000"/>
                        </a:lnSpc>
                      </a:pPr>
                      <a:r>
                        <a:rPr lang="en-US" sz="1000" b="1" kern="1200" dirty="0">
                          <a:solidFill>
                            <a:schemeClr val="bg1"/>
                          </a:solidFill>
                          <a:latin typeface="+mn-lt"/>
                          <a:ea typeface="+mn-ea"/>
                          <a:cs typeface="+mn-cs"/>
                        </a:rPr>
                        <a:t>Usage</a:t>
                      </a:r>
                    </a:p>
                  </a:txBody>
                  <a:tcPr/>
                </a:tc>
                <a:extLst>
                  <a:ext uri="{0D108BD9-81ED-4DB2-BD59-A6C34878D82A}">
                    <a16:rowId xmlns:a16="http://schemas.microsoft.com/office/drawing/2014/main" val="3771867433"/>
                  </a:ext>
                </a:extLst>
              </a:tr>
              <a:tr h="370840">
                <a:tc>
                  <a:txBody>
                    <a:bodyPr/>
                    <a:lstStyle/>
                    <a:p>
                      <a:pPr marL="0" lvl="0" indent="0" algn="l" fontAlgn="b">
                        <a:buFont typeface="Arial" panose="020B0604020202020204" pitchFamily="34" charset="0"/>
                        <a:buNone/>
                      </a:pPr>
                      <a:r>
                        <a:rPr lang="en-IN" sz="1000" b="0" i="0" u="none" strike="noStrike" dirty="0">
                          <a:solidFill>
                            <a:schemeClr val="tx1">
                              <a:lumMod val="75000"/>
                              <a:lumOff val="25000"/>
                            </a:schemeClr>
                          </a:solidFill>
                          <a:effectLst/>
                          <a:latin typeface="+mn-lt"/>
                        </a:rPr>
                        <a:t>Identity and Access Management (IAM)</a:t>
                      </a:r>
                    </a:p>
                  </a:txBody>
                  <a:tcPr anchor="b"/>
                </a:tc>
                <a:tc>
                  <a:txBody>
                    <a:bodyPr/>
                    <a:lstStyle/>
                    <a:p>
                      <a:pPr marL="0" lvl="0" indent="0" algn="l" fontAlgn="b">
                        <a:buFont typeface="Arial" panose="020B0604020202020204" pitchFamily="34" charset="0"/>
                        <a:buNone/>
                      </a:pPr>
                      <a:r>
                        <a:rPr lang="en-IN" sz="1000" b="0" i="0" u="none" strike="noStrike" dirty="0">
                          <a:solidFill>
                            <a:schemeClr val="tx1">
                              <a:lumMod val="75000"/>
                              <a:lumOff val="25000"/>
                            </a:schemeClr>
                          </a:solidFill>
                          <a:effectLst/>
                          <a:latin typeface="+mn-lt"/>
                        </a:rPr>
                        <a:t>Azure Active Directory</a:t>
                      </a:r>
                    </a:p>
                  </a:txBody>
                  <a:tcPr anchor="b"/>
                </a:tc>
                <a:tc>
                  <a:txBody>
                    <a:bodyPr/>
                    <a:lstStyle/>
                    <a:p>
                      <a:pPr algn="l" fontAlgn="b"/>
                      <a:r>
                        <a:rPr lang="en-IN" sz="1000" b="0" i="0" u="none" strike="noStrike" dirty="0">
                          <a:solidFill>
                            <a:schemeClr val="tx1">
                              <a:lumMod val="75000"/>
                              <a:lumOff val="25000"/>
                            </a:schemeClr>
                          </a:solidFill>
                          <a:effectLst/>
                          <a:latin typeface="+mn-lt"/>
                        </a:rPr>
                        <a:t>Allows users to securely control access to services and resources while offering data security and protection. Create and manage users and groups, and use permissions to allow and deny access to resources.</a:t>
                      </a:r>
                    </a:p>
                  </a:txBody>
                  <a:tcPr anchor="b"/>
                </a:tc>
                <a:extLst>
                  <a:ext uri="{0D108BD9-81ED-4DB2-BD59-A6C34878D82A}">
                    <a16:rowId xmlns:a16="http://schemas.microsoft.com/office/drawing/2014/main" val="243627220"/>
                  </a:ext>
                </a:extLst>
              </a:tr>
              <a:tr h="370840">
                <a:tc>
                  <a:txBody>
                    <a:bodyPr/>
                    <a:lstStyle/>
                    <a:p>
                      <a:pPr algn="l" fontAlgn="b"/>
                      <a:r>
                        <a:rPr lang="en-IN" sz="1000" b="0" i="0" u="none" strike="noStrike" dirty="0">
                          <a:solidFill>
                            <a:schemeClr val="tx1">
                              <a:lumMod val="75000"/>
                              <a:lumOff val="25000"/>
                            </a:schemeClr>
                          </a:solidFill>
                          <a:effectLst/>
                          <a:latin typeface="+mn-lt"/>
                        </a:rPr>
                        <a:t>Identity and Access Management (IAM)</a:t>
                      </a:r>
                    </a:p>
                  </a:txBody>
                  <a:tcPr anchor="b"/>
                </a:tc>
                <a:tc>
                  <a:txBody>
                    <a:bodyPr/>
                    <a:lstStyle/>
                    <a:p>
                      <a:pPr algn="l" fontAlgn="b"/>
                      <a:r>
                        <a:rPr lang="en-IN" sz="1000" b="0" i="0" u="none" strike="noStrike" dirty="0">
                          <a:solidFill>
                            <a:schemeClr val="tx1">
                              <a:lumMod val="75000"/>
                              <a:lumOff val="25000"/>
                            </a:schemeClr>
                          </a:solidFill>
                          <a:effectLst/>
                          <a:latin typeface="+mn-lt"/>
                        </a:rPr>
                        <a:t>Role Based Access Control</a:t>
                      </a:r>
                    </a:p>
                  </a:txBody>
                  <a:tcPr anchor="b"/>
                </a:tc>
                <a:tc>
                  <a:txBody>
                    <a:bodyPr/>
                    <a:lstStyle/>
                    <a:p>
                      <a:pPr algn="l" fontAlgn="b"/>
                      <a:r>
                        <a:rPr lang="en-IN" sz="1000" b="0" i="0" u="none" strike="noStrike" dirty="0">
                          <a:solidFill>
                            <a:schemeClr val="tx1">
                              <a:lumMod val="75000"/>
                              <a:lumOff val="25000"/>
                            </a:schemeClr>
                          </a:solidFill>
                          <a:effectLst/>
                          <a:latin typeface="+mn-lt"/>
                        </a:rPr>
                        <a:t>Role-based access control (RBAC) helps you manage who has access to Azure resources, what they can do with those resources, and what areas they have access to.</a:t>
                      </a:r>
                    </a:p>
                  </a:txBody>
                  <a:tcPr anchor="b"/>
                </a:tc>
                <a:extLst>
                  <a:ext uri="{0D108BD9-81ED-4DB2-BD59-A6C34878D82A}">
                    <a16:rowId xmlns:a16="http://schemas.microsoft.com/office/drawing/2014/main" val="188489149"/>
                  </a:ext>
                </a:extLst>
              </a:tr>
              <a:tr h="370840">
                <a:tc>
                  <a:txBody>
                    <a:bodyPr/>
                    <a:lstStyle/>
                    <a:p>
                      <a:pPr algn="l" fontAlgn="b"/>
                      <a:r>
                        <a:rPr lang="en-IN" sz="1000" b="0" i="0" u="none" strike="noStrike" dirty="0">
                          <a:solidFill>
                            <a:schemeClr val="tx1">
                              <a:lumMod val="75000"/>
                              <a:lumOff val="25000"/>
                            </a:schemeClr>
                          </a:solidFill>
                          <a:effectLst/>
                          <a:latin typeface="+mn-lt"/>
                        </a:rPr>
                        <a:t>Multi-Factor Authentication</a:t>
                      </a:r>
                    </a:p>
                  </a:txBody>
                  <a:tcPr anchor="b"/>
                </a:tc>
                <a:tc>
                  <a:txBody>
                    <a:bodyPr/>
                    <a:lstStyle/>
                    <a:p>
                      <a:pPr algn="l" fontAlgn="b"/>
                      <a:r>
                        <a:rPr lang="en-IN" sz="1000" b="0" i="0" u="none" strike="noStrike" dirty="0">
                          <a:solidFill>
                            <a:schemeClr val="tx1">
                              <a:lumMod val="75000"/>
                              <a:lumOff val="25000"/>
                            </a:schemeClr>
                          </a:solidFill>
                          <a:effectLst/>
                          <a:latin typeface="+mn-lt"/>
                        </a:rPr>
                        <a:t>Multi-Factor Authentication</a:t>
                      </a:r>
                    </a:p>
                  </a:txBody>
                  <a:tcPr anchor="b"/>
                </a:tc>
                <a:tc>
                  <a:txBody>
                    <a:bodyPr/>
                    <a:lstStyle/>
                    <a:p>
                      <a:pPr algn="l" fontAlgn="b"/>
                      <a:r>
                        <a:rPr lang="en-IN" sz="1000" b="0" i="0" u="none" strike="noStrike" dirty="0">
                          <a:solidFill>
                            <a:schemeClr val="tx1">
                              <a:lumMod val="75000"/>
                              <a:lumOff val="25000"/>
                            </a:schemeClr>
                          </a:solidFill>
                          <a:effectLst/>
                          <a:latin typeface="+mn-lt"/>
                        </a:rPr>
                        <a:t>Safeguard access to data and applications while meeting user demand for a simple sign-in process.</a:t>
                      </a:r>
                    </a:p>
                  </a:txBody>
                  <a:tcPr anchor="b"/>
                </a:tc>
                <a:extLst>
                  <a:ext uri="{0D108BD9-81ED-4DB2-BD59-A6C34878D82A}">
                    <a16:rowId xmlns:a16="http://schemas.microsoft.com/office/drawing/2014/main" val="332542"/>
                  </a:ext>
                </a:extLst>
              </a:tr>
            </a:tbl>
          </a:graphicData>
        </a:graphic>
      </p:graphicFrame>
      <p:pic>
        <p:nvPicPr>
          <p:cNvPr id="9" name="Picture 2">
            <a:extLst>
              <a:ext uri="{FF2B5EF4-FFF2-40B4-BE49-F238E27FC236}">
                <a16:creationId xmlns:a16="http://schemas.microsoft.com/office/drawing/2014/main" id="{48262BC4-C439-474E-B8F9-3867621B63F1}"/>
              </a:ext>
            </a:extLst>
          </p:cNvPr>
          <p:cNvPicPr>
            <a:picLocks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894079" y="1072017"/>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AWS Security, Identity and Compliance - Vector stencils library">
            <a:extLst>
              <a:ext uri="{FF2B5EF4-FFF2-40B4-BE49-F238E27FC236}">
                <a16:creationId xmlns:a16="http://schemas.microsoft.com/office/drawing/2014/main" id="{B4F5FA04-4B33-A045-8339-40C5C322CEE3}"/>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b="15703"/>
          <a:stretch/>
        </p:blipFill>
        <p:spPr bwMode="auto">
          <a:xfrm>
            <a:off x="6889507" y="2264114"/>
            <a:ext cx="786384" cy="65519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Deep Dive into Azure AD and AWS SSO Integration – Part 3 | Journey Of The  Geek">
            <a:extLst>
              <a:ext uri="{FF2B5EF4-FFF2-40B4-BE49-F238E27FC236}">
                <a16:creationId xmlns:a16="http://schemas.microsoft.com/office/drawing/2014/main" id="{CA171485-3917-4B4B-A4C5-0C6CE1EF9B6D}"/>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82874" y="804611"/>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Azure Role-Based Access Control, Part 1 — Crying Cloud">
            <a:extLst>
              <a:ext uri="{FF2B5EF4-FFF2-40B4-BE49-F238E27FC236}">
                <a16:creationId xmlns:a16="http://schemas.microsoft.com/office/drawing/2014/main" id="{80274403-AED7-B44B-8AFA-9BB630BF7F77}"/>
              </a:ext>
            </a:extLst>
          </p:cNvPr>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82874" y="1757668"/>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6" descr="Exchange Anywhere: Let's Learn Azure Multi-Factor Authentication today!!!">
            <a:extLst>
              <a:ext uri="{FF2B5EF4-FFF2-40B4-BE49-F238E27FC236}">
                <a16:creationId xmlns:a16="http://schemas.microsoft.com/office/drawing/2014/main" id="{FBA63EC5-61F8-C34B-A0B3-B719DA061CE0}"/>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82874" y="2812604"/>
            <a:ext cx="786384" cy="77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200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400" fontAlgn="auto">
              <a:spcBef>
                <a:spcPts val="0"/>
              </a:spcBef>
              <a:spcAft>
                <a:spcPts val="0"/>
              </a:spcAft>
            </a:pPr>
            <a:r>
              <a:rPr lang="en-US" sz="1600" dirty="0"/>
              <a:t>Storage Services</a:t>
            </a:r>
            <a:endParaRPr lang="en-US" sz="1400" dirty="0">
              <a:solidFill>
                <a:srgbClr val="002D5D"/>
              </a:solidFill>
              <a:latin typeface="Calibri" panose="020F0502020204030204"/>
            </a:endParaRPr>
          </a:p>
        </p:txBody>
      </p:sp>
      <p:sp>
        <p:nvSpPr>
          <p:cNvPr id="3" name="Footer Placeholder 2"/>
          <p:cNvSpPr>
            <a:spLocks noGrp="1"/>
          </p:cNvSpPr>
          <p:nvPr>
            <p:ph type="ftr" sz="quarter" idx="13"/>
          </p:nvPr>
        </p:nvSpPr>
        <p:spPr>
          <a:xfrm>
            <a:off x="3268831" y="4818949"/>
            <a:ext cx="2474912" cy="175022"/>
          </a:xfrm>
        </p:spPr>
        <p:txBody>
          <a:bodyPr/>
          <a:lstStyle/>
          <a:p>
            <a:r>
              <a:rPr lang="en-US" noProof="0" dirty="0">
                <a:solidFill>
                  <a:schemeClr val="bg1"/>
                </a:solidFill>
              </a:rPr>
              <a:t>AXA - BS Internal</a:t>
            </a:r>
          </a:p>
        </p:txBody>
      </p:sp>
      <p:graphicFrame>
        <p:nvGraphicFramePr>
          <p:cNvPr id="4" name="Table 3"/>
          <p:cNvGraphicFramePr>
            <a:graphicFrameLocks noGrp="1"/>
          </p:cNvGraphicFramePr>
          <p:nvPr>
            <p:extLst>
              <p:ext uri="{D42A27DB-BD31-4B8C-83A1-F6EECF244321}">
                <p14:modId xmlns:p14="http://schemas.microsoft.com/office/powerpoint/2010/main" val="1491194527"/>
              </p:ext>
            </p:extLst>
          </p:nvPr>
        </p:nvGraphicFramePr>
        <p:xfrm>
          <a:off x="434894" y="804611"/>
          <a:ext cx="5943605" cy="2565400"/>
        </p:xfrm>
        <a:graphic>
          <a:graphicData uri="http://schemas.openxmlformats.org/drawingml/2006/table">
            <a:tbl>
              <a:tblPr firstRow="1" bandRow="1">
                <a:tableStyleId>{5C22544A-7EE6-4342-B048-85BDC9FD1C3A}</a:tableStyleId>
              </a:tblPr>
              <a:tblGrid>
                <a:gridCol w="1206143">
                  <a:extLst>
                    <a:ext uri="{9D8B030D-6E8A-4147-A177-3AD203B41FA5}">
                      <a16:colId xmlns:a16="http://schemas.microsoft.com/office/drawing/2014/main" val="3758255999"/>
                    </a:ext>
                  </a:extLst>
                </a:gridCol>
                <a:gridCol w="1164582">
                  <a:extLst>
                    <a:ext uri="{9D8B030D-6E8A-4147-A177-3AD203B41FA5}">
                      <a16:colId xmlns:a16="http://schemas.microsoft.com/office/drawing/2014/main" val="3453638665"/>
                    </a:ext>
                  </a:extLst>
                </a:gridCol>
                <a:gridCol w="3572880">
                  <a:extLst>
                    <a:ext uri="{9D8B030D-6E8A-4147-A177-3AD203B41FA5}">
                      <a16:colId xmlns:a16="http://schemas.microsoft.com/office/drawing/2014/main" val="3118595333"/>
                    </a:ext>
                  </a:extLst>
                </a:gridCol>
              </a:tblGrid>
              <a:tr h="370840">
                <a:tc>
                  <a:txBody>
                    <a:bodyPr/>
                    <a:lstStyle/>
                    <a:p>
                      <a:pPr>
                        <a:lnSpc>
                          <a:spcPct val="150000"/>
                        </a:lnSpc>
                      </a:pPr>
                      <a:r>
                        <a:rPr lang="en-US" sz="1000" b="1" kern="1200" dirty="0">
                          <a:solidFill>
                            <a:schemeClr val="bg1"/>
                          </a:solidFill>
                          <a:latin typeface="+mn-lt"/>
                          <a:ea typeface="+mn-ea"/>
                          <a:cs typeface="+mn-cs"/>
                        </a:rPr>
                        <a:t>AWS</a:t>
                      </a:r>
                    </a:p>
                  </a:txBody>
                  <a:tcPr/>
                </a:tc>
                <a:tc>
                  <a:txBody>
                    <a:bodyPr/>
                    <a:lstStyle/>
                    <a:p>
                      <a:pPr>
                        <a:lnSpc>
                          <a:spcPct val="150000"/>
                        </a:lnSpc>
                      </a:pPr>
                      <a:r>
                        <a:rPr lang="en-US" sz="1000" b="1" kern="1200">
                          <a:solidFill>
                            <a:schemeClr val="bg1"/>
                          </a:solidFill>
                          <a:latin typeface="+mn-lt"/>
                          <a:ea typeface="+mn-ea"/>
                          <a:cs typeface="+mn-cs"/>
                        </a:rPr>
                        <a:t>Azure</a:t>
                      </a:r>
                    </a:p>
                  </a:txBody>
                  <a:tcPr/>
                </a:tc>
                <a:tc>
                  <a:txBody>
                    <a:bodyPr/>
                    <a:lstStyle/>
                    <a:p>
                      <a:pPr>
                        <a:lnSpc>
                          <a:spcPct val="150000"/>
                        </a:lnSpc>
                      </a:pPr>
                      <a:r>
                        <a:rPr lang="en-US" sz="1000" b="1" kern="1200" dirty="0">
                          <a:solidFill>
                            <a:schemeClr val="bg1"/>
                          </a:solidFill>
                          <a:latin typeface="+mn-lt"/>
                          <a:ea typeface="+mn-ea"/>
                          <a:cs typeface="+mn-cs"/>
                        </a:rPr>
                        <a:t>Usage</a:t>
                      </a:r>
                    </a:p>
                  </a:txBody>
                  <a:tcPr/>
                </a:tc>
                <a:extLst>
                  <a:ext uri="{0D108BD9-81ED-4DB2-BD59-A6C34878D82A}">
                    <a16:rowId xmlns:a16="http://schemas.microsoft.com/office/drawing/2014/main" val="3771867433"/>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Simple Storage Services (S3)</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Blob storage</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Object storage service, for use cases including cloud applications, content distribution, backup, archiving, disaster recovery, and big data analytics.</a:t>
                      </a:r>
                    </a:p>
                  </a:txBody>
                  <a:tcPr anchor="b"/>
                </a:tc>
                <a:extLst>
                  <a:ext uri="{0D108BD9-81ED-4DB2-BD59-A6C34878D82A}">
                    <a16:rowId xmlns:a16="http://schemas.microsoft.com/office/drawing/2014/main" val="243627220"/>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RDS</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MySQL,</a:t>
                      </a:r>
                    </a:p>
                    <a:p>
                      <a:pPr algn="l" fontAlgn="b"/>
                      <a:r>
                        <a:rPr lang="en-IN" sz="1000" b="0" i="0" u="none" strike="noStrike" kern="1200" dirty="0">
                          <a:solidFill>
                            <a:schemeClr val="tx1">
                              <a:lumMod val="75000"/>
                              <a:lumOff val="25000"/>
                            </a:schemeClr>
                          </a:solidFill>
                          <a:effectLst/>
                          <a:latin typeface="+mn-lt"/>
                          <a:ea typeface="+mn-ea"/>
                          <a:cs typeface="+mn-cs"/>
                        </a:rPr>
                        <a:t>SQL Database,</a:t>
                      </a:r>
                      <a:br>
                        <a:rPr lang="en-IN" sz="1000" b="0" i="0" u="none" strike="noStrike" kern="1200" dirty="0">
                          <a:solidFill>
                            <a:schemeClr val="tx1">
                              <a:lumMod val="75000"/>
                              <a:lumOff val="25000"/>
                            </a:schemeClr>
                          </a:solidFill>
                          <a:effectLst/>
                          <a:latin typeface="+mn-lt"/>
                          <a:ea typeface="+mn-ea"/>
                          <a:cs typeface="+mn-cs"/>
                        </a:rPr>
                      </a:br>
                      <a:r>
                        <a:rPr lang="en-IN" sz="1000" b="0" i="0" u="none" strike="noStrike" kern="1200" dirty="0">
                          <a:solidFill>
                            <a:schemeClr val="tx1">
                              <a:lumMod val="75000"/>
                              <a:lumOff val="25000"/>
                            </a:schemeClr>
                          </a:solidFill>
                          <a:effectLst/>
                          <a:latin typeface="+mn-lt"/>
                          <a:ea typeface="+mn-ea"/>
                          <a:cs typeface="+mn-cs"/>
                        </a:rPr>
                        <a:t>PostgreSQL</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Managed relational database service where resiliency, scale, and maintenance are primarily handled by the platform.</a:t>
                      </a:r>
                    </a:p>
                  </a:txBody>
                  <a:tcPr anchor="b"/>
                </a:tc>
                <a:extLst>
                  <a:ext uri="{0D108BD9-81ED-4DB2-BD59-A6C34878D82A}">
                    <a16:rowId xmlns:a16="http://schemas.microsoft.com/office/drawing/2014/main" val="188489149"/>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DynamoDB,</a:t>
                      </a:r>
                      <a:br>
                        <a:rPr lang="en-IN" sz="1000" b="0" i="0" u="none" strike="noStrike" kern="1200" dirty="0">
                          <a:solidFill>
                            <a:schemeClr val="tx1">
                              <a:lumMod val="75000"/>
                              <a:lumOff val="25000"/>
                            </a:schemeClr>
                          </a:solidFill>
                          <a:effectLst/>
                          <a:latin typeface="+mn-lt"/>
                          <a:ea typeface="+mn-ea"/>
                          <a:cs typeface="+mn-cs"/>
                        </a:rPr>
                      </a:br>
                      <a:r>
                        <a:rPr lang="en-IN" sz="1000" b="0" i="0" u="none" strike="noStrike" kern="1200" dirty="0">
                          <a:solidFill>
                            <a:schemeClr val="tx1">
                              <a:lumMod val="75000"/>
                              <a:lumOff val="25000"/>
                            </a:schemeClr>
                          </a:solidFill>
                          <a:effectLst/>
                          <a:latin typeface="+mn-lt"/>
                          <a:ea typeface="+mn-ea"/>
                          <a:cs typeface="+mn-cs"/>
                        </a:rPr>
                        <a:t>SimpleDB,</a:t>
                      </a:r>
                      <a:br>
                        <a:rPr lang="en-IN" sz="1000" b="0" i="0" u="none" strike="noStrike" kern="1200" dirty="0">
                          <a:solidFill>
                            <a:schemeClr val="tx1">
                              <a:lumMod val="75000"/>
                              <a:lumOff val="25000"/>
                            </a:schemeClr>
                          </a:solidFill>
                          <a:effectLst/>
                          <a:latin typeface="+mn-lt"/>
                          <a:ea typeface="+mn-ea"/>
                          <a:cs typeface="+mn-cs"/>
                        </a:rPr>
                      </a:br>
                      <a:r>
                        <a:rPr lang="en-IN" sz="1000" b="0" i="0" u="none" strike="noStrike" kern="1200" dirty="0">
                          <a:solidFill>
                            <a:schemeClr val="tx1">
                              <a:lumMod val="75000"/>
                              <a:lumOff val="25000"/>
                            </a:schemeClr>
                          </a:solidFill>
                          <a:effectLst/>
                          <a:latin typeface="+mn-lt"/>
                          <a:ea typeface="+mn-ea"/>
                          <a:cs typeface="+mn-cs"/>
                        </a:rPr>
                        <a:t>DocumentDB</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Cosmos DB</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A globally distributed, multi-model database that natively supports multiple data models: key-value, documents, graphs, and columnar.</a:t>
                      </a:r>
                    </a:p>
                  </a:txBody>
                  <a:tcPr anchor="b"/>
                </a:tc>
                <a:extLst>
                  <a:ext uri="{0D108BD9-81ED-4DB2-BD59-A6C34878D82A}">
                    <a16:rowId xmlns:a16="http://schemas.microsoft.com/office/drawing/2014/main" val="332542"/>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Redshift</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Synapse Analytics</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Cloud-based Enterprise Data Warehouse (EDW) that uses Massively Parallel Processing (MPP) to quickly run complex queries across petabytes of data.</a:t>
                      </a:r>
                    </a:p>
                  </a:txBody>
                  <a:tcPr anchor="b"/>
                </a:tc>
                <a:extLst>
                  <a:ext uri="{0D108BD9-81ED-4DB2-BD59-A6C34878D82A}">
                    <a16:rowId xmlns:a16="http://schemas.microsoft.com/office/drawing/2014/main" val="3436414346"/>
                  </a:ext>
                </a:extLst>
              </a:tr>
            </a:tbl>
          </a:graphicData>
        </a:graphic>
      </p:graphicFrame>
      <p:pic>
        <p:nvPicPr>
          <p:cNvPr id="16" name="Picture 6">
            <a:extLst>
              <a:ext uri="{FF2B5EF4-FFF2-40B4-BE49-F238E27FC236}">
                <a16:creationId xmlns:a16="http://schemas.microsoft.com/office/drawing/2014/main" id="{C7BFDB02-B186-FF49-940F-89AB37417263}"/>
              </a:ext>
            </a:extLst>
          </p:cNvPr>
          <p:cNvPicPr>
            <a:picLocks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7008532" y="1645108"/>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AWS RedShift&quot; Poster by ienjoydogs | Redbubble">
            <a:extLst>
              <a:ext uri="{FF2B5EF4-FFF2-40B4-BE49-F238E27FC236}">
                <a16:creationId xmlns:a16="http://schemas.microsoft.com/office/drawing/2014/main" id="{F8EC45B9-524F-664F-8D08-373ABE8C71CA}"/>
              </a:ext>
            </a:extLst>
          </p:cNvPr>
          <p:cNvPicPr>
            <a:picLocks noChangeArrowheads="1"/>
          </p:cNvPicPr>
          <p:nvPr/>
        </p:nvPicPr>
        <p:blipFill rotWithShape="1">
          <a:blip r:embed="rId3">
            <a:extLst>
              <a:ext uri="{28A0092B-C50C-407E-A947-70E740481C1C}">
                <a14:useLocalDpi xmlns:a14="http://schemas.microsoft.com/office/drawing/2010/main" val="0"/>
              </a:ext>
            </a:extLst>
          </a:blip>
          <a:srcRect l="22469" t="22613" r="22558" b="22814"/>
          <a:stretch/>
        </p:blipFill>
        <p:spPr bwMode="auto">
          <a:xfrm>
            <a:off x="7003960" y="3326102"/>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What is Azure Synapse Analytics - Flexmind">
            <a:extLst>
              <a:ext uri="{FF2B5EF4-FFF2-40B4-BE49-F238E27FC236}">
                <a16:creationId xmlns:a16="http://schemas.microsoft.com/office/drawing/2014/main" id="{26BED759-F5D9-BF4D-9293-60E9E4F17490}"/>
              </a:ext>
            </a:extLst>
          </p:cNvPr>
          <p:cNvPicPr>
            <a:picLocks noChangeArrowheads="1"/>
          </p:cNvPicPr>
          <p:nvPr/>
        </p:nvPicPr>
        <p:blipFill rotWithShape="1">
          <a:blip r:embed="rId4">
            <a:extLst>
              <a:ext uri="{28A0092B-C50C-407E-A947-70E740481C1C}">
                <a14:useLocalDpi xmlns:a14="http://schemas.microsoft.com/office/drawing/2010/main" val="0"/>
              </a:ext>
            </a:extLst>
          </a:blip>
          <a:srcRect l="6540" r="44947" b="1097"/>
          <a:stretch/>
        </p:blipFill>
        <p:spPr bwMode="auto">
          <a:xfrm>
            <a:off x="8073435" y="3326102"/>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a:extLst>
              <a:ext uri="{FF2B5EF4-FFF2-40B4-BE49-F238E27FC236}">
                <a16:creationId xmlns:a16="http://schemas.microsoft.com/office/drawing/2014/main" id="{6E3B0ACB-D0AB-D247-8190-E06F88452570}"/>
              </a:ext>
            </a:extLst>
          </p:cNvPr>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73435" y="2559358"/>
            <a:ext cx="786384" cy="62973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4" descr="Azure Database for MySQL (@AzureDBMySQL) | Twitter">
            <a:extLst>
              <a:ext uri="{FF2B5EF4-FFF2-40B4-BE49-F238E27FC236}">
                <a16:creationId xmlns:a16="http://schemas.microsoft.com/office/drawing/2014/main" id="{4FFEEE74-66CF-AA47-AFA2-A15EF3DE2AC0}"/>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73435" y="1645108"/>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 descr="Monitoring Global Secondary Indexes | Breaking down complexity">
            <a:extLst>
              <a:ext uri="{FF2B5EF4-FFF2-40B4-BE49-F238E27FC236}">
                <a16:creationId xmlns:a16="http://schemas.microsoft.com/office/drawing/2014/main" id="{BB0121D3-9F26-AE41-B8D7-5E832E87BDF4}"/>
              </a:ext>
            </a:extLst>
          </p:cNvPr>
          <p:cNvPicPr>
            <a:picLocks noChangeArrowheads="1"/>
          </p:cNvPicPr>
          <p:nvPr/>
        </p:nvPicPr>
        <p:blipFill rotWithShape="1">
          <a:blip r:embed="rId7" cstate="print">
            <a:extLst>
              <a:ext uri="{28A0092B-C50C-407E-A947-70E740481C1C}">
                <a14:useLocalDpi xmlns:a14="http://schemas.microsoft.com/office/drawing/2010/main" val="0"/>
              </a:ext>
            </a:extLst>
          </a:blip>
          <a:srcRect l="30122" t="7900" r="30695" b="10141"/>
          <a:stretch/>
        </p:blipFill>
        <p:spPr bwMode="auto">
          <a:xfrm>
            <a:off x="7003960" y="2485605"/>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19921D30-EBE5-2F4E-8C46-A6099EE8F359}"/>
              </a:ext>
            </a:extLst>
          </p:cNvPr>
          <p:cNvPicPr>
            <a:picLocks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7008532" y="804611"/>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Microsoft Azure Blob Storage | element61">
            <a:extLst>
              <a:ext uri="{FF2B5EF4-FFF2-40B4-BE49-F238E27FC236}">
                <a16:creationId xmlns:a16="http://schemas.microsoft.com/office/drawing/2014/main" id="{F6876993-F062-3749-86CD-75E1FD95F48B}"/>
              </a:ext>
            </a:extLst>
          </p:cNvPr>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073435" y="804611"/>
            <a:ext cx="786384" cy="77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668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400" fontAlgn="auto">
              <a:spcBef>
                <a:spcPts val="0"/>
              </a:spcBef>
              <a:spcAft>
                <a:spcPts val="0"/>
              </a:spcAft>
            </a:pPr>
            <a:r>
              <a:rPr lang="en-US" sz="1600" dirty="0"/>
              <a:t>Analytics Services</a:t>
            </a:r>
            <a:endParaRPr lang="en-US" sz="1400" dirty="0">
              <a:solidFill>
                <a:srgbClr val="002D5D"/>
              </a:solidFill>
              <a:latin typeface="Calibri" panose="020F0502020204030204"/>
            </a:endParaRPr>
          </a:p>
        </p:txBody>
      </p:sp>
      <p:sp>
        <p:nvSpPr>
          <p:cNvPr id="3" name="Footer Placeholder 2"/>
          <p:cNvSpPr>
            <a:spLocks noGrp="1"/>
          </p:cNvSpPr>
          <p:nvPr>
            <p:ph type="ftr" sz="quarter" idx="13"/>
          </p:nvPr>
        </p:nvSpPr>
        <p:spPr>
          <a:xfrm>
            <a:off x="3268831" y="4818949"/>
            <a:ext cx="2474912" cy="175022"/>
          </a:xfrm>
        </p:spPr>
        <p:txBody>
          <a:bodyPr/>
          <a:lstStyle/>
          <a:p>
            <a:r>
              <a:rPr lang="en-US" noProof="0" dirty="0">
                <a:solidFill>
                  <a:schemeClr val="bg1"/>
                </a:solidFill>
              </a:rPr>
              <a:t>AXA - BS Internal</a:t>
            </a:r>
          </a:p>
        </p:txBody>
      </p:sp>
      <p:graphicFrame>
        <p:nvGraphicFramePr>
          <p:cNvPr id="4" name="Table 3"/>
          <p:cNvGraphicFramePr>
            <a:graphicFrameLocks noGrp="1"/>
          </p:cNvGraphicFramePr>
          <p:nvPr>
            <p:extLst>
              <p:ext uri="{D42A27DB-BD31-4B8C-83A1-F6EECF244321}">
                <p14:modId xmlns:p14="http://schemas.microsoft.com/office/powerpoint/2010/main" val="1885246337"/>
              </p:ext>
            </p:extLst>
          </p:nvPr>
        </p:nvGraphicFramePr>
        <p:xfrm>
          <a:off x="434894" y="804611"/>
          <a:ext cx="5943605" cy="2413000"/>
        </p:xfrm>
        <a:graphic>
          <a:graphicData uri="http://schemas.openxmlformats.org/drawingml/2006/table">
            <a:tbl>
              <a:tblPr firstRow="1" bandRow="1">
                <a:tableStyleId>{5C22544A-7EE6-4342-B048-85BDC9FD1C3A}</a:tableStyleId>
              </a:tblPr>
              <a:tblGrid>
                <a:gridCol w="1206143">
                  <a:extLst>
                    <a:ext uri="{9D8B030D-6E8A-4147-A177-3AD203B41FA5}">
                      <a16:colId xmlns:a16="http://schemas.microsoft.com/office/drawing/2014/main" val="3758255999"/>
                    </a:ext>
                  </a:extLst>
                </a:gridCol>
                <a:gridCol w="1164582">
                  <a:extLst>
                    <a:ext uri="{9D8B030D-6E8A-4147-A177-3AD203B41FA5}">
                      <a16:colId xmlns:a16="http://schemas.microsoft.com/office/drawing/2014/main" val="3453638665"/>
                    </a:ext>
                  </a:extLst>
                </a:gridCol>
                <a:gridCol w="3572880">
                  <a:extLst>
                    <a:ext uri="{9D8B030D-6E8A-4147-A177-3AD203B41FA5}">
                      <a16:colId xmlns:a16="http://schemas.microsoft.com/office/drawing/2014/main" val="3118595333"/>
                    </a:ext>
                  </a:extLst>
                </a:gridCol>
              </a:tblGrid>
              <a:tr h="370840">
                <a:tc>
                  <a:txBody>
                    <a:bodyPr/>
                    <a:lstStyle/>
                    <a:p>
                      <a:pPr>
                        <a:lnSpc>
                          <a:spcPct val="150000"/>
                        </a:lnSpc>
                      </a:pPr>
                      <a:r>
                        <a:rPr lang="en-US" sz="1000" b="1" kern="1200" dirty="0">
                          <a:solidFill>
                            <a:schemeClr val="bg1"/>
                          </a:solidFill>
                          <a:latin typeface="+mn-lt"/>
                          <a:ea typeface="+mn-ea"/>
                          <a:cs typeface="+mn-cs"/>
                        </a:rPr>
                        <a:t>AWS</a:t>
                      </a:r>
                    </a:p>
                  </a:txBody>
                  <a:tcPr/>
                </a:tc>
                <a:tc>
                  <a:txBody>
                    <a:bodyPr/>
                    <a:lstStyle/>
                    <a:p>
                      <a:pPr>
                        <a:lnSpc>
                          <a:spcPct val="150000"/>
                        </a:lnSpc>
                      </a:pPr>
                      <a:r>
                        <a:rPr lang="en-US" sz="1000" b="1" kern="1200">
                          <a:solidFill>
                            <a:schemeClr val="bg1"/>
                          </a:solidFill>
                          <a:latin typeface="+mn-lt"/>
                          <a:ea typeface="+mn-ea"/>
                          <a:cs typeface="+mn-cs"/>
                        </a:rPr>
                        <a:t>Azure</a:t>
                      </a:r>
                    </a:p>
                  </a:txBody>
                  <a:tcPr/>
                </a:tc>
                <a:tc>
                  <a:txBody>
                    <a:bodyPr/>
                    <a:lstStyle/>
                    <a:p>
                      <a:pPr>
                        <a:lnSpc>
                          <a:spcPct val="150000"/>
                        </a:lnSpc>
                      </a:pPr>
                      <a:r>
                        <a:rPr lang="en-US" sz="1000" b="1" kern="1200" dirty="0">
                          <a:solidFill>
                            <a:schemeClr val="bg1"/>
                          </a:solidFill>
                          <a:latin typeface="+mn-lt"/>
                          <a:ea typeface="+mn-ea"/>
                          <a:cs typeface="+mn-cs"/>
                        </a:rPr>
                        <a:t>Usage</a:t>
                      </a:r>
                    </a:p>
                  </a:txBody>
                  <a:tcPr/>
                </a:tc>
                <a:extLst>
                  <a:ext uri="{0D108BD9-81ED-4DB2-BD59-A6C34878D82A}">
                    <a16:rowId xmlns:a16="http://schemas.microsoft.com/office/drawing/2014/main" val="3771867433"/>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EMR</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Databricks,</a:t>
                      </a:r>
                    </a:p>
                    <a:p>
                      <a:pPr algn="l" fontAlgn="b"/>
                      <a:r>
                        <a:rPr lang="en-IN" sz="1000" b="0" i="0" u="none" strike="noStrike" kern="1200" dirty="0">
                          <a:solidFill>
                            <a:schemeClr val="tx1">
                              <a:lumMod val="75000"/>
                              <a:lumOff val="25000"/>
                            </a:schemeClr>
                          </a:solidFill>
                          <a:effectLst/>
                          <a:latin typeface="+mn-lt"/>
                          <a:ea typeface="+mn-ea"/>
                          <a:cs typeface="+mn-cs"/>
                        </a:rPr>
                        <a:t>HDInsight</a:t>
                      </a:r>
                    </a:p>
                  </a:txBody>
                  <a:tcPr anchor="b"/>
                </a:tc>
                <a:tc>
                  <a:txBody>
                    <a:bodyPr/>
                    <a:lstStyle/>
                    <a:p>
                      <a:pPr marL="0" marR="0" indent="0" algn="l" defTabSz="914377" rtl="0" eaLnBrk="1" fontAlgn="b" latinLnBrk="0" hangingPunct="1">
                        <a:lnSpc>
                          <a:spcPct val="100000"/>
                        </a:lnSpc>
                        <a:spcBef>
                          <a:spcPts val="0"/>
                        </a:spcBef>
                        <a:spcAft>
                          <a:spcPts val="0"/>
                        </a:spcAft>
                        <a:buClrTx/>
                        <a:buSzTx/>
                        <a:buFontTx/>
                        <a:buNone/>
                        <a:tabLst/>
                        <a:defRPr/>
                      </a:pPr>
                      <a:r>
                        <a:rPr lang="en-IN" sz="1000" b="0" i="0" u="none" strike="noStrike" kern="1200" dirty="0">
                          <a:solidFill>
                            <a:schemeClr val="tx1">
                              <a:lumMod val="75000"/>
                              <a:lumOff val="25000"/>
                            </a:schemeClr>
                          </a:solidFill>
                          <a:effectLst/>
                          <a:latin typeface="+mn-lt"/>
                          <a:ea typeface="+mn-ea"/>
                          <a:cs typeface="+mn-cs"/>
                        </a:rPr>
                        <a:t>Apache Spark-based analytics platform.</a:t>
                      </a:r>
                      <a:br>
                        <a:rPr lang="en-IN" sz="1000" b="0" i="0" u="none" strike="noStrike" kern="1200" dirty="0">
                          <a:solidFill>
                            <a:schemeClr val="tx1">
                              <a:lumMod val="75000"/>
                              <a:lumOff val="25000"/>
                            </a:schemeClr>
                          </a:solidFill>
                          <a:effectLst/>
                          <a:latin typeface="+mn-lt"/>
                          <a:ea typeface="+mn-ea"/>
                          <a:cs typeface="+mn-cs"/>
                        </a:rPr>
                      </a:br>
                      <a:r>
                        <a:rPr lang="en-IN" sz="1000" b="0" i="0" u="none" strike="noStrike" kern="1200" dirty="0">
                          <a:solidFill>
                            <a:schemeClr val="tx1">
                              <a:lumMod val="75000"/>
                              <a:lumOff val="25000"/>
                            </a:schemeClr>
                          </a:solidFill>
                          <a:effectLst/>
                          <a:latin typeface="+mn-lt"/>
                          <a:ea typeface="+mn-ea"/>
                          <a:cs typeface="+mn-cs"/>
                        </a:rPr>
                        <a:t>Managed Hadoop service. Deploy and manage Hadoop clusters in Azure.</a:t>
                      </a:r>
                    </a:p>
                  </a:txBody>
                  <a:tcPr anchor="b"/>
                </a:tc>
                <a:extLst>
                  <a:ext uri="{0D108BD9-81ED-4DB2-BD59-A6C34878D82A}">
                    <a16:rowId xmlns:a16="http://schemas.microsoft.com/office/drawing/2014/main" val="243627220"/>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Data Pipeline,</a:t>
                      </a:r>
                    </a:p>
                    <a:p>
                      <a:pPr algn="l" fontAlgn="b"/>
                      <a:r>
                        <a:rPr lang="en-IN" sz="1000" b="0" i="0" u="none" strike="noStrike" kern="1200" dirty="0">
                          <a:solidFill>
                            <a:schemeClr val="tx1">
                              <a:lumMod val="75000"/>
                              <a:lumOff val="25000"/>
                            </a:schemeClr>
                          </a:solidFill>
                          <a:effectLst/>
                          <a:latin typeface="+mn-lt"/>
                          <a:ea typeface="+mn-ea"/>
                          <a:cs typeface="+mn-cs"/>
                        </a:rPr>
                        <a:t>Glue</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Data Factory</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Processes and moves data between different compute and storage services, as well as on-premises data sources at specified intervals. Create, schedule, orchestrate, and manage data pipelines.</a:t>
                      </a:r>
                    </a:p>
                  </a:txBody>
                  <a:tcPr anchor="b"/>
                </a:tc>
                <a:extLst>
                  <a:ext uri="{0D108BD9-81ED-4DB2-BD59-A6C34878D82A}">
                    <a16:rowId xmlns:a16="http://schemas.microsoft.com/office/drawing/2014/main" val="188489149"/>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Glue</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Data Catalog</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A fully managed service that serves as a system of registration and system of discovery for enterprise data sources</a:t>
                      </a:r>
                    </a:p>
                  </a:txBody>
                  <a:tcPr anchor="b"/>
                </a:tc>
                <a:extLst>
                  <a:ext uri="{0D108BD9-81ED-4DB2-BD59-A6C34878D82A}">
                    <a16:rowId xmlns:a16="http://schemas.microsoft.com/office/drawing/2014/main" val="332542"/>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Athena</a:t>
                      </a:r>
                    </a:p>
                  </a:txBody>
                  <a:tcPr anchor="b"/>
                </a:tc>
                <a:tc>
                  <a:txBody>
                    <a:bodyPr/>
                    <a:lstStyle/>
                    <a:p>
                      <a:pPr algn="l" fontAlgn="b"/>
                      <a:r>
                        <a:rPr lang="en-IN" sz="1000" b="0" i="0" u="none" strike="noStrike" kern="1200">
                          <a:solidFill>
                            <a:schemeClr val="tx1">
                              <a:lumMod val="75000"/>
                              <a:lumOff val="25000"/>
                            </a:schemeClr>
                          </a:solidFill>
                          <a:effectLst/>
                          <a:latin typeface="+mn-lt"/>
                          <a:ea typeface="+mn-ea"/>
                          <a:cs typeface="+mn-cs"/>
                        </a:rPr>
                        <a:t>Data Lake Analytics</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Provides a serverless interactive query service that uses standard SQL for analysing databases.</a:t>
                      </a:r>
                    </a:p>
                  </a:txBody>
                  <a:tcPr anchor="b"/>
                </a:tc>
                <a:extLst>
                  <a:ext uri="{0D108BD9-81ED-4DB2-BD59-A6C34878D82A}">
                    <a16:rowId xmlns:a16="http://schemas.microsoft.com/office/drawing/2014/main" val="3436414346"/>
                  </a:ext>
                </a:extLst>
              </a:tr>
            </a:tbl>
          </a:graphicData>
        </a:graphic>
      </p:graphicFrame>
      <p:pic>
        <p:nvPicPr>
          <p:cNvPr id="15" name="Picture 6" descr="Chaining Azure Data Factory Activities and Datasets – Paul's Frog Blog –  Technical Blog and SQL Server Community Sharing">
            <a:extLst>
              <a:ext uri="{FF2B5EF4-FFF2-40B4-BE49-F238E27FC236}">
                <a16:creationId xmlns:a16="http://schemas.microsoft.com/office/drawing/2014/main" id="{6F708EB1-4E68-214C-BDB9-E26471BE701B}"/>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73435" y="1633845"/>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a:extLst>
              <a:ext uri="{FF2B5EF4-FFF2-40B4-BE49-F238E27FC236}">
                <a16:creationId xmlns:a16="http://schemas.microsoft.com/office/drawing/2014/main" id="{DAA2B364-1F39-DF48-9A12-EA359875D69E}"/>
              </a:ext>
            </a:extLst>
          </p:cNvPr>
          <p:cNvPicPr>
            <a:picLocks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960257" y="1633845"/>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azure-data-lake-analytics - Microsoft Q&amp;A">
            <a:extLst>
              <a:ext uri="{FF2B5EF4-FFF2-40B4-BE49-F238E27FC236}">
                <a16:creationId xmlns:a16="http://schemas.microsoft.com/office/drawing/2014/main" id="{5E5131EB-324C-C14B-B873-E3042B28CD64}"/>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73435" y="2491100"/>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descr="AWS Athena | AWS Analytics">
            <a:extLst>
              <a:ext uri="{FF2B5EF4-FFF2-40B4-BE49-F238E27FC236}">
                <a16:creationId xmlns:a16="http://schemas.microsoft.com/office/drawing/2014/main" id="{F0F5C88D-19DC-FD4A-BF81-A05669D4C4D7}"/>
              </a:ext>
            </a:extLst>
          </p:cNvPr>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55685" y="2491100"/>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Compute, copy, emr, networking icon">
            <a:extLst>
              <a:ext uri="{FF2B5EF4-FFF2-40B4-BE49-F238E27FC236}">
                <a16:creationId xmlns:a16="http://schemas.microsoft.com/office/drawing/2014/main" id="{A9777F3E-DFBF-A347-AE27-856A8D6F6020}"/>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55685" y="776789"/>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What are some alternatives to Azure Databricks? - StackShare">
            <a:extLst>
              <a:ext uri="{FF2B5EF4-FFF2-40B4-BE49-F238E27FC236}">
                <a16:creationId xmlns:a16="http://schemas.microsoft.com/office/drawing/2014/main" id="{586DAA8E-6C79-0045-A5E0-058C7C872543}"/>
              </a:ext>
            </a:extLst>
          </p:cNvPr>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73435" y="776591"/>
            <a:ext cx="786384" cy="77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191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400" fontAlgn="auto">
              <a:spcBef>
                <a:spcPts val="0"/>
              </a:spcBef>
              <a:spcAft>
                <a:spcPts val="0"/>
              </a:spcAft>
            </a:pPr>
            <a:r>
              <a:rPr lang="en-US" sz="1600" dirty="0"/>
              <a:t>Other Services</a:t>
            </a:r>
            <a:endParaRPr lang="en-US" sz="1400" dirty="0">
              <a:solidFill>
                <a:srgbClr val="002D5D"/>
              </a:solidFill>
              <a:latin typeface="Calibri" panose="020F0502020204030204"/>
            </a:endParaRPr>
          </a:p>
        </p:txBody>
      </p:sp>
      <p:sp>
        <p:nvSpPr>
          <p:cNvPr id="3" name="Footer Placeholder 2"/>
          <p:cNvSpPr>
            <a:spLocks noGrp="1"/>
          </p:cNvSpPr>
          <p:nvPr>
            <p:ph type="ftr" sz="quarter" idx="13"/>
          </p:nvPr>
        </p:nvSpPr>
        <p:spPr>
          <a:xfrm>
            <a:off x="3268831" y="4818949"/>
            <a:ext cx="2474912" cy="175022"/>
          </a:xfrm>
        </p:spPr>
        <p:txBody>
          <a:bodyPr/>
          <a:lstStyle/>
          <a:p>
            <a:r>
              <a:rPr lang="en-US" noProof="0" dirty="0">
                <a:solidFill>
                  <a:schemeClr val="bg1"/>
                </a:solidFill>
              </a:rPr>
              <a:t>AXA - BS Internal</a:t>
            </a:r>
          </a:p>
        </p:txBody>
      </p:sp>
      <p:graphicFrame>
        <p:nvGraphicFramePr>
          <p:cNvPr id="4" name="Table 3"/>
          <p:cNvGraphicFramePr>
            <a:graphicFrameLocks noGrp="1"/>
          </p:cNvGraphicFramePr>
          <p:nvPr>
            <p:extLst>
              <p:ext uri="{D42A27DB-BD31-4B8C-83A1-F6EECF244321}">
                <p14:modId xmlns:p14="http://schemas.microsoft.com/office/powerpoint/2010/main" val="3978224455"/>
              </p:ext>
            </p:extLst>
          </p:nvPr>
        </p:nvGraphicFramePr>
        <p:xfrm>
          <a:off x="434894" y="804611"/>
          <a:ext cx="5943605" cy="3418840"/>
        </p:xfrm>
        <a:graphic>
          <a:graphicData uri="http://schemas.openxmlformats.org/drawingml/2006/table">
            <a:tbl>
              <a:tblPr firstRow="1" bandRow="1">
                <a:tableStyleId>{5C22544A-7EE6-4342-B048-85BDC9FD1C3A}</a:tableStyleId>
              </a:tblPr>
              <a:tblGrid>
                <a:gridCol w="1206143">
                  <a:extLst>
                    <a:ext uri="{9D8B030D-6E8A-4147-A177-3AD203B41FA5}">
                      <a16:colId xmlns:a16="http://schemas.microsoft.com/office/drawing/2014/main" val="3758255999"/>
                    </a:ext>
                  </a:extLst>
                </a:gridCol>
                <a:gridCol w="1164582">
                  <a:extLst>
                    <a:ext uri="{9D8B030D-6E8A-4147-A177-3AD203B41FA5}">
                      <a16:colId xmlns:a16="http://schemas.microsoft.com/office/drawing/2014/main" val="3453638665"/>
                    </a:ext>
                  </a:extLst>
                </a:gridCol>
                <a:gridCol w="3572880">
                  <a:extLst>
                    <a:ext uri="{9D8B030D-6E8A-4147-A177-3AD203B41FA5}">
                      <a16:colId xmlns:a16="http://schemas.microsoft.com/office/drawing/2014/main" val="3118595333"/>
                    </a:ext>
                  </a:extLst>
                </a:gridCol>
              </a:tblGrid>
              <a:tr h="370840">
                <a:tc>
                  <a:txBody>
                    <a:bodyPr/>
                    <a:lstStyle/>
                    <a:p>
                      <a:pPr>
                        <a:lnSpc>
                          <a:spcPct val="150000"/>
                        </a:lnSpc>
                      </a:pPr>
                      <a:r>
                        <a:rPr lang="en-US" sz="1000" b="1" kern="1200" dirty="0">
                          <a:solidFill>
                            <a:schemeClr val="bg1"/>
                          </a:solidFill>
                          <a:latin typeface="+mn-lt"/>
                          <a:ea typeface="+mn-ea"/>
                          <a:cs typeface="+mn-cs"/>
                        </a:rPr>
                        <a:t>AWS</a:t>
                      </a:r>
                    </a:p>
                  </a:txBody>
                  <a:tcPr/>
                </a:tc>
                <a:tc>
                  <a:txBody>
                    <a:bodyPr/>
                    <a:lstStyle/>
                    <a:p>
                      <a:pPr>
                        <a:lnSpc>
                          <a:spcPct val="150000"/>
                        </a:lnSpc>
                      </a:pPr>
                      <a:r>
                        <a:rPr lang="en-US" sz="1000" b="1" kern="1200">
                          <a:solidFill>
                            <a:schemeClr val="bg1"/>
                          </a:solidFill>
                          <a:latin typeface="+mn-lt"/>
                          <a:ea typeface="+mn-ea"/>
                          <a:cs typeface="+mn-cs"/>
                        </a:rPr>
                        <a:t>Azure</a:t>
                      </a:r>
                    </a:p>
                  </a:txBody>
                  <a:tcPr/>
                </a:tc>
                <a:tc>
                  <a:txBody>
                    <a:bodyPr/>
                    <a:lstStyle/>
                    <a:p>
                      <a:pPr>
                        <a:lnSpc>
                          <a:spcPct val="150000"/>
                        </a:lnSpc>
                      </a:pPr>
                      <a:r>
                        <a:rPr lang="en-US" sz="1000" b="1" kern="1200" dirty="0">
                          <a:solidFill>
                            <a:schemeClr val="bg1"/>
                          </a:solidFill>
                          <a:latin typeface="+mn-lt"/>
                          <a:ea typeface="+mn-ea"/>
                          <a:cs typeface="+mn-cs"/>
                        </a:rPr>
                        <a:t>Usage</a:t>
                      </a:r>
                    </a:p>
                  </a:txBody>
                  <a:tcPr/>
                </a:tc>
                <a:extLst>
                  <a:ext uri="{0D108BD9-81ED-4DB2-BD59-A6C34878D82A}">
                    <a16:rowId xmlns:a16="http://schemas.microsoft.com/office/drawing/2014/main" val="3771867433"/>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QuickSight</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PowerBI</a:t>
                      </a:r>
                    </a:p>
                  </a:txBody>
                  <a:tcPr anchor="b"/>
                </a:tc>
                <a:tc>
                  <a:txBody>
                    <a:bodyPr/>
                    <a:lstStyle/>
                    <a:p>
                      <a:pPr marL="0" marR="0" indent="0" algn="l" defTabSz="914377" rtl="0" eaLnBrk="1" fontAlgn="b" latinLnBrk="0" hangingPunct="1">
                        <a:lnSpc>
                          <a:spcPct val="100000"/>
                        </a:lnSpc>
                        <a:spcBef>
                          <a:spcPts val="0"/>
                        </a:spcBef>
                        <a:spcAft>
                          <a:spcPts val="0"/>
                        </a:spcAft>
                        <a:buClrTx/>
                        <a:buSzTx/>
                        <a:buFontTx/>
                        <a:buNone/>
                        <a:tabLst/>
                        <a:defRPr/>
                      </a:pPr>
                      <a:r>
                        <a:rPr lang="en-IN" sz="1000" b="0" i="0" u="none" strike="noStrike" kern="1200" dirty="0">
                          <a:solidFill>
                            <a:schemeClr val="tx1">
                              <a:lumMod val="75000"/>
                              <a:lumOff val="25000"/>
                            </a:schemeClr>
                          </a:solidFill>
                          <a:effectLst/>
                          <a:latin typeface="+mn-lt"/>
                          <a:ea typeface="+mn-ea"/>
                          <a:cs typeface="+mn-cs"/>
                        </a:rPr>
                        <a:t>Business intelligence tools that build visualizations, perform ad hoc analysis, and develop business insights from data.</a:t>
                      </a:r>
                    </a:p>
                  </a:txBody>
                  <a:tcPr anchor="b"/>
                </a:tc>
                <a:extLst>
                  <a:ext uri="{0D108BD9-81ED-4DB2-BD59-A6C34878D82A}">
                    <a16:rowId xmlns:a16="http://schemas.microsoft.com/office/drawing/2014/main" val="243627220"/>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Lambda</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Functions</a:t>
                      </a:r>
                    </a:p>
                  </a:txBody>
                  <a:tcPr anchor="b"/>
                </a:tc>
                <a:tc>
                  <a:txBody>
                    <a:bodyPr/>
                    <a:lstStyle/>
                    <a:p>
                      <a:pPr marL="0" marR="0" indent="0" algn="l" defTabSz="914377" rtl="0" eaLnBrk="1" fontAlgn="b" latinLnBrk="0" hangingPunct="1">
                        <a:lnSpc>
                          <a:spcPct val="100000"/>
                        </a:lnSpc>
                        <a:spcBef>
                          <a:spcPts val="0"/>
                        </a:spcBef>
                        <a:spcAft>
                          <a:spcPts val="0"/>
                        </a:spcAft>
                        <a:buClrTx/>
                        <a:buSzTx/>
                        <a:buFontTx/>
                        <a:buNone/>
                        <a:tabLst/>
                        <a:defRPr/>
                      </a:pPr>
                      <a:r>
                        <a:rPr lang="en-IN" sz="1000" b="0" i="0" u="none" strike="noStrike" kern="1200" dirty="0">
                          <a:solidFill>
                            <a:schemeClr val="tx1">
                              <a:lumMod val="75000"/>
                              <a:lumOff val="25000"/>
                            </a:schemeClr>
                          </a:solidFill>
                          <a:effectLst/>
                          <a:latin typeface="+mn-lt"/>
                          <a:ea typeface="+mn-ea"/>
                          <a:cs typeface="+mn-cs"/>
                        </a:rPr>
                        <a:t>Serverless: Integrate systems and run backend processes in response to events or schedules without provisioning or managing servers.</a:t>
                      </a:r>
                    </a:p>
                  </a:txBody>
                  <a:tcPr anchor="b"/>
                </a:tc>
                <a:extLst>
                  <a:ext uri="{0D108BD9-81ED-4DB2-BD59-A6C34878D82A}">
                    <a16:rowId xmlns:a16="http://schemas.microsoft.com/office/drawing/2014/main" val="188489149"/>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CloudWatch,</a:t>
                      </a:r>
                    </a:p>
                    <a:p>
                      <a:pPr algn="l" fontAlgn="b"/>
                      <a:r>
                        <a:rPr lang="en-IN" sz="1000" b="0" i="0" u="none" strike="noStrike" kern="1200" dirty="0">
                          <a:solidFill>
                            <a:schemeClr val="tx1">
                              <a:lumMod val="75000"/>
                              <a:lumOff val="25000"/>
                            </a:schemeClr>
                          </a:solidFill>
                          <a:effectLst/>
                          <a:latin typeface="+mn-lt"/>
                          <a:ea typeface="+mn-ea"/>
                          <a:cs typeface="+mn-cs"/>
                        </a:rPr>
                        <a:t>X-Ray</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Application Insights,</a:t>
                      </a:r>
                    </a:p>
                    <a:p>
                      <a:pPr algn="l" fontAlgn="b"/>
                      <a:r>
                        <a:rPr lang="en-IN" sz="1000" b="0" i="0" u="none" strike="noStrike" kern="1200" dirty="0">
                          <a:solidFill>
                            <a:schemeClr val="tx1">
                              <a:lumMod val="75000"/>
                              <a:lumOff val="25000"/>
                            </a:schemeClr>
                          </a:solidFill>
                          <a:effectLst/>
                          <a:latin typeface="+mn-lt"/>
                          <a:ea typeface="+mn-ea"/>
                          <a:cs typeface="+mn-cs"/>
                        </a:rPr>
                        <a:t>Monitor</a:t>
                      </a:r>
                    </a:p>
                  </a:txBody>
                  <a:tcPr anchor="b"/>
                </a:tc>
                <a:tc>
                  <a:txBody>
                    <a:bodyPr/>
                    <a:lstStyle/>
                    <a:p>
                      <a:pPr marL="0" marR="0" indent="0" algn="l" defTabSz="914377" rtl="0" eaLnBrk="1" fontAlgn="b" latinLnBrk="0" hangingPunct="1">
                        <a:lnSpc>
                          <a:spcPct val="100000"/>
                        </a:lnSpc>
                        <a:spcBef>
                          <a:spcPts val="0"/>
                        </a:spcBef>
                        <a:spcAft>
                          <a:spcPts val="0"/>
                        </a:spcAft>
                        <a:buClrTx/>
                        <a:buSzTx/>
                        <a:buFontTx/>
                        <a:buNone/>
                        <a:tabLst/>
                        <a:defRPr/>
                      </a:pPr>
                      <a:r>
                        <a:rPr lang="en-IN" sz="1000" b="0" i="0" u="none" strike="noStrike" kern="1200" dirty="0">
                          <a:solidFill>
                            <a:schemeClr val="tx1">
                              <a:lumMod val="75000"/>
                              <a:lumOff val="25000"/>
                            </a:schemeClr>
                          </a:solidFill>
                          <a:effectLst/>
                          <a:latin typeface="+mn-lt"/>
                          <a:ea typeface="+mn-ea"/>
                          <a:cs typeface="+mn-cs"/>
                        </a:rPr>
                        <a:t>Monitoring and observability services providing</a:t>
                      </a:r>
                      <a:r>
                        <a:rPr lang="en-IN" sz="1000" b="0" i="0" u="none" strike="noStrike" kern="1200" baseline="0" dirty="0">
                          <a:solidFill>
                            <a:schemeClr val="tx1">
                              <a:lumMod val="75000"/>
                              <a:lumOff val="25000"/>
                            </a:schemeClr>
                          </a:solidFill>
                          <a:effectLst/>
                          <a:latin typeface="+mn-lt"/>
                          <a:ea typeface="+mn-ea"/>
                          <a:cs typeface="+mn-cs"/>
                        </a:rPr>
                        <a:t> data and actionable insights of applications/resources.</a:t>
                      </a:r>
                      <a:endParaRPr lang="en-IN" sz="1000" b="0" i="0" u="none" strike="noStrike" kern="1200" dirty="0">
                        <a:solidFill>
                          <a:schemeClr val="tx1">
                            <a:lumMod val="75000"/>
                            <a:lumOff val="25000"/>
                          </a:schemeClr>
                        </a:solidFill>
                        <a:effectLst/>
                        <a:latin typeface="+mn-lt"/>
                        <a:ea typeface="+mn-ea"/>
                        <a:cs typeface="+mn-cs"/>
                      </a:endParaRPr>
                    </a:p>
                  </a:txBody>
                  <a:tcPr anchor="b"/>
                </a:tc>
                <a:extLst>
                  <a:ext uri="{0D108BD9-81ED-4DB2-BD59-A6C34878D82A}">
                    <a16:rowId xmlns:a16="http://schemas.microsoft.com/office/drawing/2014/main" val="332542"/>
                  </a:ext>
                </a:extLst>
              </a:tr>
              <a:tr h="370840">
                <a:tc>
                  <a:txBody>
                    <a:bodyPr/>
                    <a:lstStyle/>
                    <a:p>
                      <a:pPr algn="l" fontAlgn="b"/>
                      <a:r>
                        <a:rPr lang="en-IN" sz="1000" b="0" i="0" u="none" strike="noStrike" kern="1200" dirty="0">
                          <a:solidFill>
                            <a:schemeClr val="tx1">
                              <a:lumMod val="75000"/>
                              <a:lumOff val="25000"/>
                            </a:schemeClr>
                          </a:solidFill>
                          <a:effectLst/>
                          <a:latin typeface="+mn-lt"/>
                          <a:ea typeface="+mn-ea"/>
                          <a:cs typeface="+mn-cs"/>
                        </a:rPr>
                        <a:t>CodeBuild,</a:t>
                      </a:r>
                    </a:p>
                    <a:p>
                      <a:pPr algn="l" fontAlgn="b"/>
                      <a:r>
                        <a:rPr lang="en-IN" sz="1000" b="0" i="0" u="none" strike="noStrike" kern="1200" dirty="0">
                          <a:solidFill>
                            <a:schemeClr val="tx1">
                              <a:lumMod val="75000"/>
                              <a:lumOff val="25000"/>
                            </a:schemeClr>
                          </a:solidFill>
                          <a:effectLst/>
                          <a:latin typeface="+mn-lt"/>
                          <a:ea typeface="+mn-ea"/>
                          <a:cs typeface="+mn-cs"/>
                        </a:rPr>
                        <a:t>CodeDeploy,</a:t>
                      </a:r>
                    </a:p>
                    <a:p>
                      <a:pPr algn="l" fontAlgn="b"/>
                      <a:r>
                        <a:rPr lang="en-IN" sz="1000" b="0" i="0" u="none" strike="noStrike" kern="1200" dirty="0">
                          <a:solidFill>
                            <a:schemeClr val="tx1">
                              <a:lumMod val="75000"/>
                              <a:lumOff val="25000"/>
                            </a:schemeClr>
                          </a:solidFill>
                          <a:effectLst/>
                          <a:latin typeface="+mn-lt"/>
                          <a:ea typeface="+mn-ea"/>
                          <a:cs typeface="+mn-cs"/>
                        </a:rPr>
                        <a:t>CodeCommit,</a:t>
                      </a:r>
                    </a:p>
                    <a:p>
                      <a:pPr algn="l" fontAlgn="b"/>
                      <a:r>
                        <a:rPr lang="en-IN" sz="1000" b="0" i="0" u="none" strike="noStrike" kern="1200" dirty="0">
                          <a:solidFill>
                            <a:schemeClr val="tx1">
                              <a:lumMod val="75000"/>
                              <a:lumOff val="25000"/>
                            </a:schemeClr>
                          </a:solidFill>
                          <a:effectLst/>
                          <a:latin typeface="+mn-lt"/>
                          <a:ea typeface="+mn-ea"/>
                          <a:cs typeface="+mn-cs"/>
                        </a:rPr>
                        <a:t>CodePipeline</a:t>
                      </a:r>
                    </a:p>
                  </a:txBody>
                  <a:tcPr anchor="b"/>
                </a:tc>
                <a:tc>
                  <a:txBody>
                    <a:bodyPr/>
                    <a:lstStyle/>
                    <a:p>
                      <a:pPr algn="l" fontAlgn="b"/>
                      <a:r>
                        <a:rPr lang="en-IN" sz="1000" b="0" i="0" u="none" strike="noStrike" kern="1200" dirty="0">
                          <a:solidFill>
                            <a:schemeClr val="tx1">
                              <a:lumMod val="75000"/>
                              <a:lumOff val="25000"/>
                            </a:schemeClr>
                          </a:solidFill>
                          <a:effectLst/>
                          <a:latin typeface="+mn-lt"/>
                          <a:ea typeface="+mn-ea"/>
                          <a:cs typeface="+mn-cs"/>
                        </a:rPr>
                        <a:t>DevOps</a:t>
                      </a:r>
                    </a:p>
                  </a:txBody>
                  <a:tcPr anchor="b"/>
                </a:tc>
                <a:tc>
                  <a:txBody>
                    <a:bodyPr/>
                    <a:lstStyle/>
                    <a:p>
                      <a:pPr marL="0" marR="0" indent="0" algn="l" defTabSz="914377" rtl="0" eaLnBrk="1" fontAlgn="b" latinLnBrk="0" hangingPunct="1">
                        <a:lnSpc>
                          <a:spcPct val="100000"/>
                        </a:lnSpc>
                        <a:spcBef>
                          <a:spcPts val="0"/>
                        </a:spcBef>
                        <a:spcAft>
                          <a:spcPts val="0"/>
                        </a:spcAft>
                        <a:buClrTx/>
                        <a:buSzTx/>
                        <a:buFontTx/>
                        <a:buNone/>
                        <a:tabLst/>
                        <a:defRPr/>
                      </a:pPr>
                      <a:r>
                        <a:rPr lang="en-IN" sz="1000" b="0" i="0" u="none" strike="noStrike" kern="1200" dirty="0">
                          <a:solidFill>
                            <a:schemeClr val="tx1">
                              <a:lumMod val="75000"/>
                              <a:lumOff val="25000"/>
                            </a:schemeClr>
                          </a:solidFill>
                          <a:effectLst/>
                          <a:latin typeface="+mn-lt"/>
                          <a:ea typeface="+mn-ea"/>
                          <a:cs typeface="+mn-cs"/>
                        </a:rPr>
                        <a:t>A cloud service for collaborating on code development.</a:t>
                      </a:r>
                    </a:p>
                  </a:txBody>
                  <a:tcPr anchor="b"/>
                </a:tc>
                <a:extLst>
                  <a:ext uri="{0D108BD9-81ED-4DB2-BD59-A6C34878D82A}">
                    <a16:rowId xmlns:a16="http://schemas.microsoft.com/office/drawing/2014/main" val="3436414346"/>
                  </a:ext>
                </a:extLst>
              </a:tr>
              <a:tr h="370840">
                <a:tc>
                  <a:txBody>
                    <a:bodyPr/>
                    <a:lstStyle/>
                    <a:p>
                      <a:pPr marL="0" algn="l" defTabSz="816158" rtl="0" eaLnBrk="1" fontAlgn="b" latinLnBrk="0" hangingPunct="1"/>
                      <a:r>
                        <a:rPr lang="en-IN" sz="1000" b="0" i="0" u="none" strike="noStrike" kern="1200" dirty="0">
                          <a:solidFill>
                            <a:schemeClr val="tx1">
                              <a:lumMod val="75000"/>
                              <a:lumOff val="25000"/>
                            </a:schemeClr>
                          </a:solidFill>
                          <a:effectLst/>
                          <a:latin typeface="+mn-lt"/>
                          <a:ea typeface="+mn-ea"/>
                          <a:cs typeface="+mn-cs"/>
                        </a:rPr>
                        <a:t>Elastic Container Service,</a:t>
                      </a:r>
                    </a:p>
                    <a:p>
                      <a:pPr marL="0" algn="l" defTabSz="816158" rtl="0" eaLnBrk="1" fontAlgn="b" latinLnBrk="0" hangingPunct="1"/>
                      <a:r>
                        <a:rPr lang="en-IN" sz="1000" b="0" i="0" u="none" strike="noStrike" kern="1200" dirty="0">
                          <a:solidFill>
                            <a:schemeClr val="tx1">
                              <a:lumMod val="75000"/>
                              <a:lumOff val="25000"/>
                            </a:schemeClr>
                          </a:solidFill>
                          <a:effectLst/>
                          <a:latin typeface="+mn-lt"/>
                          <a:ea typeface="+mn-ea"/>
                          <a:cs typeface="+mn-cs"/>
                        </a:rPr>
                        <a:t>Elastic Kubernetes Service,</a:t>
                      </a:r>
                    </a:p>
                    <a:p>
                      <a:pPr marL="0" algn="l" defTabSz="816158" rtl="0" eaLnBrk="1" fontAlgn="b" latinLnBrk="0" hangingPunct="1"/>
                      <a:r>
                        <a:rPr lang="en-IN" sz="1000" b="0" i="0" u="none" strike="noStrike" kern="1200" dirty="0">
                          <a:solidFill>
                            <a:schemeClr val="tx1">
                              <a:lumMod val="75000"/>
                              <a:lumOff val="25000"/>
                            </a:schemeClr>
                          </a:solidFill>
                          <a:effectLst/>
                          <a:latin typeface="+mn-lt"/>
                          <a:ea typeface="+mn-ea"/>
                          <a:cs typeface="+mn-cs"/>
                        </a:rPr>
                        <a:t>Fargate</a:t>
                      </a:r>
                    </a:p>
                  </a:txBody>
                  <a:tcPr anchor="b"/>
                </a:tc>
                <a:tc>
                  <a:txBody>
                    <a:bodyPr/>
                    <a:lstStyle/>
                    <a:p>
                      <a:pPr marL="0" algn="l" defTabSz="816158" rtl="0" eaLnBrk="1" fontAlgn="b" latinLnBrk="0" hangingPunct="1"/>
                      <a:r>
                        <a:rPr lang="en-IN" sz="1000" b="0" i="0" u="none" strike="noStrike" kern="1200" dirty="0">
                          <a:solidFill>
                            <a:schemeClr val="tx1">
                              <a:lumMod val="75000"/>
                              <a:lumOff val="25000"/>
                            </a:schemeClr>
                          </a:solidFill>
                          <a:effectLst/>
                          <a:latin typeface="+mn-lt"/>
                          <a:ea typeface="+mn-ea"/>
                          <a:cs typeface="+mn-cs"/>
                        </a:rPr>
                        <a:t>Container Instances,</a:t>
                      </a:r>
                    </a:p>
                    <a:p>
                      <a:pPr marL="0" algn="l" defTabSz="816158" rtl="0" eaLnBrk="1" fontAlgn="b" latinLnBrk="0" hangingPunct="1"/>
                      <a:r>
                        <a:rPr lang="en-IN" sz="1000" b="0" i="0" u="none" strike="noStrike" kern="1200" dirty="0">
                          <a:solidFill>
                            <a:schemeClr val="tx1">
                              <a:lumMod val="75000"/>
                              <a:lumOff val="25000"/>
                            </a:schemeClr>
                          </a:solidFill>
                          <a:effectLst/>
                          <a:latin typeface="+mn-lt"/>
                          <a:ea typeface="+mn-ea"/>
                          <a:cs typeface="+mn-cs"/>
                        </a:rPr>
                        <a:t>Kubernetes Service,</a:t>
                      </a:r>
                    </a:p>
                    <a:p>
                      <a:pPr marL="0" algn="l" defTabSz="816158" rtl="0" eaLnBrk="1" fontAlgn="b" latinLnBrk="0" hangingPunct="1"/>
                      <a:r>
                        <a:rPr lang="en-IN" sz="1000" b="0" i="0" u="none" strike="noStrike" kern="1200" dirty="0">
                          <a:solidFill>
                            <a:schemeClr val="tx1">
                              <a:lumMod val="75000"/>
                              <a:lumOff val="25000"/>
                            </a:schemeClr>
                          </a:solidFill>
                          <a:effectLst/>
                          <a:latin typeface="+mn-lt"/>
                          <a:ea typeface="+mn-ea"/>
                          <a:cs typeface="+mn-cs"/>
                        </a:rPr>
                        <a:t>Service Fabric</a:t>
                      </a:r>
                    </a:p>
                  </a:txBody>
                  <a:tcPr anchor="b"/>
                </a:tc>
                <a:tc>
                  <a:txBody>
                    <a:bodyPr/>
                    <a:lstStyle/>
                    <a:p>
                      <a:pPr marL="0" marR="0" indent="0" algn="l" defTabSz="816158" rtl="0" eaLnBrk="1" fontAlgn="b" latinLnBrk="0" hangingPunct="1">
                        <a:lnSpc>
                          <a:spcPct val="100000"/>
                        </a:lnSpc>
                        <a:spcBef>
                          <a:spcPts val="0"/>
                        </a:spcBef>
                        <a:spcAft>
                          <a:spcPts val="0"/>
                        </a:spcAft>
                        <a:buClrTx/>
                        <a:buSzTx/>
                        <a:buFontTx/>
                        <a:buNone/>
                        <a:tabLst/>
                        <a:defRPr/>
                      </a:pPr>
                      <a:r>
                        <a:rPr lang="en-IN" sz="1000" b="0" i="0" u="none" strike="noStrike" kern="1200" dirty="0">
                          <a:solidFill>
                            <a:schemeClr val="tx1">
                              <a:lumMod val="75000"/>
                              <a:lumOff val="25000"/>
                            </a:schemeClr>
                          </a:solidFill>
                          <a:effectLst/>
                          <a:latin typeface="+mn-lt"/>
                          <a:ea typeface="+mn-ea"/>
                          <a:cs typeface="+mn-cs"/>
                        </a:rPr>
                        <a:t>Run applications inside containers with/without a higher level orchestration service, option to go serverless.</a:t>
                      </a:r>
                    </a:p>
                  </a:txBody>
                  <a:tcPr anchor="b"/>
                </a:tc>
                <a:extLst>
                  <a:ext uri="{0D108BD9-81ED-4DB2-BD59-A6C34878D82A}">
                    <a16:rowId xmlns:a16="http://schemas.microsoft.com/office/drawing/2014/main" val="1973731837"/>
                  </a:ext>
                </a:extLst>
              </a:tr>
            </a:tbl>
          </a:graphicData>
        </a:graphic>
      </p:graphicFrame>
      <p:pic>
        <p:nvPicPr>
          <p:cNvPr id="13" name="Picture 8" descr="AWS Lambda - XebiaLabs">
            <a:extLst>
              <a:ext uri="{FF2B5EF4-FFF2-40B4-BE49-F238E27FC236}">
                <a16:creationId xmlns:a16="http://schemas.microsoft.com/office/drawing/2014/main" id="{CC700054-8CE3-9047-BC91-0DAC84D70DE0}"/>
              </a:ext>
            </a:extLst>
          </p:cNvPr>
          <p:cNvPicPr>
            <a:picLocks noChangeArrowheads="1"/>
          </p:cNvPicPr>
          <p:nvPr/>
        </p:nvPicPr>
        <p:blipFill rotWithShape="1">
          <a:blip r:embed="rId2" cstate="print">
            <a:extLst>
              <a:ext uri="{28A0092B-C50C-407E-A947-70E740481C1C}">
                <a14:useLocalDpi xmlns:a14="http://schemas.microsoft.com/office/drawing/2010/main" val="0"/>
              </a:ext>
            </a:extLst>
          </a:blip>
          <a:srcRect l="17713" t="14256" r="17344" b="14403"/>
          <a:stretch/>
        </p:blipFill>
        <p:spPr bwMode="auto">
          <a:xfrm>
            <a:off x="6988425" y="1639552"/>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Azure Functions in F# (for real)">
            <a:extLst>
              <a:ext uri="{FF2B5EF4-FFF2-40B4-BE49-F238E27FC236}">
                <a16:creationId xmlns:a16="http://schemas.microsoft.com/office/drawing/2014/main" id="{02BB4712-DC7E-3B48-9911-853DE19246D0}"/>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47294" t="16228" r="10588" b="13174"/>
          <a:stretch/>
        </p:blipFill>
        <p:spPr bwMode="auto">
          <a:xfrm>
            <a:off x="8073434" y="1663338"/>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What are some advantages and disadvantages of using CloudWatch for  monitoring? - Quora">
            <a:extLst>
              <a:ext uri="{FF2B5EF4-FFF2-40B4-BE49-F238E27FC236}">
                <a16:creationId xmlns:a16="http://schemas.microsoft.com/office/drawing/2014/main" id="{76C39B17-1CEC-0141-977B-F49DD9AC2BC2}"/>
              </a:ext>
            </a:extLst>
          </p:cNvPr>
          <p:cNvPicPr>
            <a:picLocks noChangeArrowheads="1"/>
          </p:cNvPicPr>
          <p:nvPr/>
        </p:nvPicPr>
        <p:blipFill rotWithShape="1">
          <a:blip r:embed="rId4" cstate="print">
            <a:extLst>
              <a:ext uri="{28A0092B-C50C-407E-A947-70E740481C1C}">
                <a14:useLocalDpi xmlns:a14="http://schemas.microsoft.com/office/drawing/2010/main" val="0"/>
              </a:ext>
            </a:extLst>
          </a:blip>
          <a:srcRect l="24661" t="9729" r="24751" b="40317"/>
          <a:stretch/>
        </p:blipFill>
        <p:spPr bwMode="auto">
          <a:xfrm>
            <a:off x="6988425" y="2502513"/>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4" descr="Application Insights | Microsoft Azure Mono">
            <a:extLst>
              <a:ext uri="{FF2B5EF4-FFF2-40B4-BE49-F238E27FC236}">
                <a16:creationId xmlns:a16="http://schemas.microsoft.com/office/drawing/2014/main" id="{F9F5F3FD-BAC9-6241-83BD-CDB4642C6A5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3434" y="2502513"/>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7">
            <a:extLst>
              <a:ext uri="{FF2B5EF4-FFF2-40B4-BE49-F238E27FC236}">
                <a16:creationId xmlns:a16="http://schemas.microsoft.com/office/drawing/2014/main" id="{C3D45931-356E-C845-A52C-88CE11EC13FF}"/>
              </a:ext>
            </a:extLst>
          </p:cNvPr>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6992997" y="3319752"/>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6" descr="The 5 Components of Azure DevOps. In the search to accelerate and… | by Jay  Chapel | Medium">
            <a:extLst>
              <a:ext uri="{FF2B5EF4-FFF2-40B4-BE49-F238E27FC236}">
                <a16:creationId xmlns:a16="http://schemas.microsoft.com/office/drawing/2014/main" id="{8E6901F2-1E98-284C-BBCF-9DE3ED4AF1B7}"/>
              </a:ext>
            </a:extLst>
          </p:cNvPr>
          <p:cNvPicPr>
            <a:picLocks noChangeArrowheads="1"/>
          </p:cNvPicPr>
          <p:nvPr/>
        </p:nvPicPr>
        <p:blipFill rotWithShape="1">
          <a:blip r:embed="rId7" cstate="print">
            <a:extLst>
              <a:ext uri="{28A0092B-C50C-407E-A947-70E740481C1C}">
                <a14:useLocalDpi xmlns:a14="http://schemas.microsoft.com/office/drawing/2010/main" val="0"/>
              </a:ext>
            </a:extLst>
          </a:blip>
          <a:srcRect l="24813" t="4020" r="29708" b="25549"/>
          <a:stretch/>
        </p:blipFill>
        <p:spPr bwMode="auto">
          <a:xfrm>
            <a:off x="8073434" y="3341688"/>
            <a:ext cx="78638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7005375" y="4138197"/>
            <a:ext cx="786384" cy="777240"/>
          </a:xfrm>
          <a:prstGeom prst="rect">
            <a:avLst/>
          </a:prstGeom>
        </p:spPr>
      </p:pic>
      <p:pic>
        <p:nvPicPr>
          <p:cNvPr id="21" name="Picture 20"/>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8073434" y="4176320"/>
            <a:ext cx="786384" cy="777240"/>
          </a:xfrm>
          <a:prstGeom prst="rect">
            <a:avLst/>
          </a:prstGeom>
        </p:spPr>
      </p:pic>
      <p:pic>
        <p:nvPicPr>
          <p:cNvPr id="22" name="Picture 2">
            <a:extLst>
              <a:ext uri="{FF2B5EF4-FFF2-40B4-BE49-F238E27FC236}">
                <a16:creationId xmlns:a16="http://schemas.microsoft.com/office/drawing/2014/main" id="{2B71E6D6-B33E-1042-9A8C-91773F305672}"/>
              </a:ext>
            </a:extLst>
          </p:cNvPr>
          <p:cNvPicPr>
            <a:picLocks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8077074" y="778513"/>
            <a:ext cx="779104" cy="77724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D2709B5E-BE6F-334B-9090-41212871D6B2}"/>
              </a:ext>
            </a:extLst>
          </p:cNvPr>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6992997" y="776591"/>
            <a:ext cx="777240" cy="77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89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1"/>
          </p:nvPr>
        </p:nvSpPr>
        <p:spPr>
          <a:prstGeom prst="rect">
            <a:avLst/>
          </a:prstGeom>
        </p:spPr>
        <p:txBody>
          <a:bodyPr/>
          <a:lstStyle/>
          <a:p>
            <a:r>
              <a:rPr lang="en-US" sz="3600" dirty="0"/>
              <a:t>Thank you</a:t>
            </a:r>
          </a:p>
        </p:txBody>
      </p:sp>
    </p:spTree>
  </p:cSld>
  <p:clrMapOvr>
    <a:masterClrMapping/>
  </p:clrMapOvr>
</p:sld>
</file>

<file path=ppt/theme/theme1.xml><?xml version="1.0" encoding="utf-8"?>
<a:theme xmlns:a="http://schemas.openxmlformats.org/drawingml/2006/main" name="Axa">
  <a:themeElements>
    <a:clrScheme name="AXA Charte PPT">
      <a:dk1>
        <a:sysClr val="windowText" lastClr="000000"/>
      </a:dk1>
      <a:lt1>
        <a:sysClr val="window" lastClr="FFFFFF"/>
      </a:lt1>
      <a:dk2>
        <a:srgbClr val="00008F"/>
      </a:dk2>
      <a:lt2>
        <a:srgbClr val="FCD385"/>
      </a:lt2>
      <a:accent1>
        <a:srgbClr val="027180"/>
      </a:accent1>
      <a:accent2>
        <a:srgbClr val="E196AA"/>
      </a:accent2>
      <a:accent3>
        <a:srgbClr val="00AEC6"/>
      </a:accent3>
      <a:accent4>
        <a:srgbClr val="914146"/>
      </a:accent4>
      <a:accent5>
        <a:srgbClr val="343C3D"/>
      </a:accent5>
      <a:accent6>
        <a:srgbClr val="B5D0EE"/>
      </a:accent6>
      <a:hlink>
        <a:srgbClr val="00008F"/>
      </a:hlink>
      <a:folHlink>
        <a:srgbClr val="BFBFBF"/>
      </a:folHlink>
    </a:clrScheme>
    <a:fontScheme name="charte PPT Axa">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wrap="none" lIns="0" tIns="0" rIns="0" bIns="0" rtlCol="0" anchor="b">
        <a:spAutoFit/>
      </a:bodyPr>
      <a:lstStyle>
        <a:defPPr eaLnBrk="1" hangingPunct="1">
          <a:defRPr sz="1600" dirty="0" err="1" smtClean="0">
            <a:solidFill>
              <a:srgbClr val="404040"/>
            </a:solidFill>
            <a:latin typeface="+mj-lt"/>
            <a:cs typeface="Arial" pitchFamily="34" charset="0"/>
          </a:defRPr>
        </a:defPPr>
      </a:lstStyle>
    </a:txDef>
  </a:objectDefaults>
  <a:extraClrSchemeLst/>
  <a:extLst>
    <a:ext uri="{05A4C25C-085E-4340-85A3-A5531E510DB2}">
      <thm15:themeFamily xmlns:thm15="http://schemas.microsoft.com/office/thememl/2012/main" name="ppt_axa 16-9_Source Sans Pro.potx" id="{55C193B9-A274-4AEF-B06A-8EA9868693A3}" vid="{39186D6E-1B90-47F0-B668-32FF3B4862F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7A91D63233214395BC572A4782E629" ma:contentTypeVersion="13" ma:contentTypeDescription="Create a new document." ma:contentTypeScope="" ma:versionID="dc5144eaea40941ae2b2b0c5ccefdc29">
  <xsd:schema xmlns:xsd="http://www.w3.org/2001/XMLSchema" xmlns:xs="http://www.w3.org/2001/XMLSchema" xmlns:p="http://schemas.microsoft.com/office/2006/metadata/properties" xmlns:ns3="d2fdd06d-868a-4d30-b7bf-6dc79cd22657" xmlns:ns4="02c3f04f-fcec-45e7-9810-db4f6767f549" targetNamespace="http://schemas.microsoft.com/office/2006/metadata/properties" ma:root="true" ma:fieldsID="f40d03521ba7f9df3f694ce98a3ca29d" ns3:_="" ns4:_="">
    <xsd:import namespace="d2fdd06d-868a-4d30-b7bf-6dc79cd22657"/>
    <xsd:import namespace="02c3f04f-fcec-45e7-9810-db4f6767f54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fdd06d-868a-4d30-b7bf-6dc79cd2265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c3f04f-fcec-45e7-9810-db4f6767f54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F23B12-6C30-4C34-A778-2503F88A299A}">
  <ds:schemaRefs>
    <ds:schemaRef ds:uri="http://schemas.microsoft.com/office/2006/documentManagement/types"/>
    <ds:schemaRef ds:uri="d2fdd06d-868a-4d30-b7bf-6dc79cd22657"/>
    <ds:schemaRef ds:uri="02c3f04f-fcec-45e7-9810-db4f6767f549"/>
    <ds:schemaRef ds:uri="http://purl.org/dc/elements/1.1/"/>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C94D6E7A-1D7C-491E-BF01-D40E65D14059}">
  <ds:schemaRefs>
    <ds:schemaRef ds:uri="http://schemas.microsoft.com/sharepoint/v3/contenttype/forms"/>
  </ds:schemaRefs>
</ds:datastoreItem>
</file>

<file path=customXml/itemProps3.xml><?xml version="1.0" encoding="utf-8"?>
<ds:datastoreItem xmlns:ds="http://schemas.openxmlformats.org/officeDocument/2006/customXml" ds:itemID="{EFCA2583-4E92-43F2-AA96-70862E3DA9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fdd06d-868a-4d30-b7bf-6dc79cd22657"/>
    <ds:schemaRef ds:uri="02c3f04f-fcec-45e7-9810-db4f6767f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AXA-2018-16-9</Template>
  <TotalTime>864</TotalTime>
  <Words>673</Words>
  <Application>Microsoft Macintosh PowerPoint</Application>
  <PresentationFormat>On-screen Show (16:9)</PresentationFormat>
  <Paragraphs>104</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Open Sans</vt:lpstr>
      <vt:lpstr>Source Sans Pro</vt:lpstr>
      <vt:lpstr>Wingdings</vt:lpstr>
      <vt:lpstr>Axa</vt:lpstr>
      <vt:lpstr>Overview of  Popular Cloud Services</vt:lpstr>
      <vt:lpstr>Compute Services</vt:lpstr>
      <vt:lpstr>Authentication and Access Management Services</vt:lpstr>
      <vt:lpstr>Storage Services</vt:lpstr>
      <vt:lpstr>Analytics Services</vt:lpstr>
      <vt:lpstr>Other Services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title of the     presentation in  bold here</dc:title>
  <dc:creator>Schmies, Ralf</dc:creator>
  <cp:lastModifiedBy>MITTAL Ankit</cp:lastModifiedBy>
  <cp:revision>96</cp:revision>
  <cp:lastPrinted>2017-05-30T12:53:36Z</cp:lastPrinted>
  <dcterms:created xsi:type="dcterms:W3CDTF">2020-05-11T10:07:43Z</dcterms:created>
  <dcterms:modified xsi:type="dcterms:W3CDTF">2020-08-28T08:45:55Z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6da7a7f-a0d1-4c79-8194-be76ed2514ae_Enabled">
    <vt:lpwstr>true</vt:lpwstr>
  </property>
  <property fmtid="{D5CDD505-2E9C-101B-9397-08002B2CF9AE}" pid="3" name="MSIP_Label_f6da7a7f-a0d1-4c79-8194-be76ed2514ae_SetDate">
    <vt:lpwstr>2020-05-11T10:12:37Z</vt:lpwstr>
  </property>
  <property fmtid="{D5CDD505-2E9C-101B-9397-08002B2CF9AE}" pid="4" name="MSIP_Label_f6da7a7f-a0d1-4c79-8194-be76ed2514ae_Method">
    <vt:lpwstr>Standard</vt:lpwstr>
  </property>
  <property fmtid="{D5CDD505-2E9C-101B-9397-08002B2CF9AE}" pid="5" name="MSIP_Label_f6da7a7f-a0d1-4c79-8194-be76ed2514ae_Name">
    <vt:lpwstr>INTERNAL</vt:lpwstr>
  </property>
  <property fmtid="{D5CDD505-2E9C-101B-9397-08002B2CF9AE}" pid="6" name="MSIP_Label_f6da7a7f-a0d1-4c79-8194-be76ed2514ae_SiteId">
    <vt:lpwstr>396b38cc-aa65-492b-bb0e-3d94ed25a97b</vt:lpwstr>
  </property>
  <property fmtid="{D5CDD505-2E9C-101B-9397-08002B2CF9AE}" pid="7" name="MSIP_Label_f6da7a7f-a0d1-4c79-8194-be76ed2514ae_ActionId">
    <vt:lpwstr>68776f61-5cea-4cda-88a8-0000439948b9</vt:lpwstr>
  </property>
  <property fmtid="{D5CDD505-2E9C-101B-9397-08002B2CF9AE}" pid="8" name="MSIP_Label_f6da7a7f-a0d1-4c79-8194-be76ed2514ae_ContentBits">
    <vt:lpwstr>2</vt:lpwstr>
  </property>
  <property fmtid="{D5CDD505-2E9C-101B-9397-08002B2CF9AE}" pid="9" name="ContentTypeId">
    <vt:lpwstr>0x010100CF7A91D63233214395BC572A4782E629</vt:lpwstr>
  </property>
  <property fmtid="{D5CDD505-2E9C-101B-9397-08002B2CF9AE}" pid="10" name="Classification Type">
    <vt:lpwstr>Internal</vt:lpwstr>
  </property>
</Properties>
</file>